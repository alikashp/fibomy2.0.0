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17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400" lang="ru-RU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Arial — 15 языков + символы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62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62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Arial"/>
                <a:ea typeface="Arial"/>
                <a:cs typeface="Arial"/>
              </a:rPr>
              <a:t>Съешь же ещё этих мягких французских булок, да выпей чаю. Ё 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04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04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1B1F24"/>
                </a:solidFill>
                <a:latin typeface="Arial"/>
                <a:ea typeface="Arial"/>
                <a:cs typeface="Arial"/>
              </a:rPr>
              <a:t>The quick brown fox jumps over the lazy dog. “Quotes” — 1st, 2nd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447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47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k-UA">
                <a:solidFill>
                  <a:srgbClr val="1B1F24"/>
                </a:solidFill>
                <a:latin typeface="Arial"/>
                <a:ea typeface="Arial"/>
                <a:cs typeface="Arial"/>
              </a:rPr>
              <a:t>Україна: Ґ ґ Є є І і Ї ї, м’ята, під’їзд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90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0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be-BY">
                <a:solidFill>
                  <a:srgbClr val="1B1F24"/>
                </a:solidFill>
                <a:latin typeface="Arial"/>
                <a:ea typeface="Arial"/>
                <a:cs typeface="Arial"/>
              </a:rPr>
              <a:t>Рэспубліка Беларусь: Ў ў І і Ё ё, вераб’я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133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33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k-KZ">
                <a:solidFill>
                  <a:srgbClr val="1B1F24"/>
                </a:solidFill>
                <a:latin typeface="Arial"/>
                <a:ea typeface="Arial"/>
                <a:cs typeface="Arial"/>
              </a:rPr>
              <a:t>Қазақстан: Ә ә Ғ ғ Қ қ Ң ң Ө ө Ұ ұ Ү ү Һ һ І 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2476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76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z-Latn-UZ">
                <a:solidFill>
                  <a:srgbClr val="1B1F24"/>
                </a:solidFill>
                <a:latin typeface="Arial"/>
                <a:ea typeface="Arial"/>
                <a:cs typeface="Arial"/>
              </a:rPr>
              <a:t>Oʻzbekiston: Oʻ oʻ Gʻ gʻ (U+02BB) · O‘ o‘ G‘ g‘ (U+2018) · Sh 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28194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1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y-KG">
                <a:solidFill>
                  <a:srgbClr val="1B1F24"/>
                </a:solidFill>
                <a:latin typeface="Arial"/>
                <a:ea typeface="Arial"/>
                <a:cs typeface="Arial"/>
              </a:rPr>
              <a:t>Кыргызстан: Ң ң Ө ө Ү ү — Бишкек, Ысык-Көл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1623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623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g-Cyrl-TJ">
                <a:solidFill>
                  <a:srgbClr val="1B1F24"/>
                </a:solidFill>
                <a:latin typeface="Arial"/>
                <a:ea typeface="Arial"/>
                <a:cs typeface="Arial"/>
              </a:rPr>
              <a:t>Тоҷикистон: Ғ ғ Ӣ ӣ Қ қ Ӯ ӯ Ҳ ҳ Ҷ ҷ — Душанбе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5052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052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az-Latn-AZ">
                <a:solidFill>
                  <a:srgbClr val="1B1F24"/>
                </a:solidFill>
                <a:latin typeface="Arial"/>
                <a:ea typeface="Arial"/>
                <a:cs typeface="Arial"/>
              </a:rPr>
              <a:t>Azərbaycan: Ə ə Ğ ğ I ı İ i Ö ö Ş ş Ü ü Ç 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38481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481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hy-AM">
                <a:solidFill>
                  <a:srgbClr val="1B1F24"/>
                </a:solidFill>
                <a:latin typeface="Arial"/>
                <a:ea typeface="Arial"/>
                <a:cs typeface="Arial"/>
              </a:rPr>
              <a:t>Հայաստան — Երևան, Ա ա Բ բ Գ գ Ֆ ֆ 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191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91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a-GE">
                <a:solidFill>
                  <a:srgbClr val="1B1F24"/>
                </a:solidFill>
                <a:latin typeface="Arial"/>
                <a:ea typeface="Arial"/>
                <a:cs typeface="Arial"/>
              </a:rPr>
              <a:t>საქართველო — თბილისი, ქართული ანბანი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4533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33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s-ES">
                <a:solidFill>
                  <a:srgbClr val="1B1F24"/>
                </a:solidFill>
                <a:latin typeface="Arial"/>
                <a:ea typeface="Arial"/>
                <a:cs typeface="Arial"/>
              </a:rPr>
              <a:t>El pingüino Wenceslao hizo kilómetros. ¿Ñ ñ? ¡Á é í ó ú!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4876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76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de-DE">
                <a:solidFill>
                  <a:srgbClr val="1B1F24"/>
                </a:solidFill>
                <a:latin typeface="Arial"/>
                <a:ea typeface="Arial"/>
                <a:cs typeface="Arial"/>
              </a:rPr>
              <a:t>Zwölf Boxkämpfer jagen Viktor über den Deich. Ä Ö Ü ß ẞ „Zitat“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5219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219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fr-FR">
                <a:solidFill>
                  <a:srgbClr val="1B1F24"/>
                </a:solidFill>
                <a:latin typeface="Arial"/>
                <a:ea typeface="Arial"/>
                <a:cs typeface="Arial"/>
              </a:rPr>
              <a:t>Voix ambiguë d’un cœur qui préfère les kiwis. Œ œ Ç ç « 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5562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562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r-TR">
                <a:solidFill>
                  <a:srgbClr val="1B1F24"/>
                </a:solidFill>
                <a:latin typeface="Arial"/>
                <a:ea typeface="Arial"/>
                <a:cs typeface="Arial"/>
              </a:rPr>
              <a:t>Pijamalı hasta yağız şoföre çabucak güvendi. İ ı Ğ ğ Ş 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5905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sym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905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Arial"/>
                <a:ea typeface="Arial"/>
                <a:cs typeface="Arial"/>
              </a:rPr>
              <a:t>0123456789 % ‰ № € $ £ ₽ ₸ ₼ ₾ ֏ ₺ — – … • × ± ≈ ≤ ≥ → 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17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400" lang="ru-RU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Calibri — 15 языков + символы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62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62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Съешь же ещё этих мягких французских булок, да выпей чаю. Ё 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04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04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The quick brown fox jumps over the lazy dog. “Quotes” — 1st, 2nd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447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47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k-UA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Україна: Ґ ґ Є є І і Ї ї, м’ята, під’їзд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90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0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be-BY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Рэспубліка Беларусь: Ў ў І і Ё ё, вераб’я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133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33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k-KZ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Қазақстан: Ә ә Ғ ғ Қ қ Ң ң Ө ө Ұ ұ Ү ү Һ һ І 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2476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76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z-Latn-UZ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Oʻzbekiston: Oʻ oʻ Gʻ gʻ (U+02BB) · O‘ o‘ G‘ g‘ (U+2018) · Sh 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28194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1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y-KG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Кыргызстан: Ң ң Ө ө Ү ү — Бишкек, Ысык-Көл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1623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623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g-Cyrl-TJ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Тоҷикистон: Ғ ғ Ӣ ӣ Қ қ Ӯ ӯ Ҳ ҳ Ҷ ҷ — Душанбе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5052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052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az-Latn-AZ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Azərbaycan: Ə ə Ğ ğ I ı İ i Ö ö Ş ş Ü ü Ç 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38481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481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hy-AM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Հայաստան — Երևան, Ա ա Բ բ Գ գ Ֆ ֆ 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191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91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a-GE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საქართველო — თბილისი, ქართული ანბანი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4533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33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s-ES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El pingüino Wenceslao hizo kilómetros. ¿Ñ ñ? ¡Á é í ó ú!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4876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76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de-DE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Zwölf Boxkämpfer jagen Viktor über den Deich. Ä Ö Ü ß ẞ „Zitat“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5219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219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fr-FR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Voix ambiguë d’un cœur qui préfère les kiwis. Œ œ Ç ç « 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5562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562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r-TR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Pijamalı hasta yağız şoföre çabucak güvendi. İ ı Ğ ğ Ş 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5905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sym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905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0123456789 % ‰ № € $ £ ₽ ₸ ₼ ₾ ֏ ₺ — – … • × ± ≈ ≤ ≥ → 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17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400" lang="ru-RU" b="1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Segoe UI — 15 языков + символы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62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62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Съешь же ещё этих мягких французских булок, да выпей чаю. Ё 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04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04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The quick brown fox jumps over the lazy dog. “Quotes” — 1st, 2nd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447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47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k-UA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Україна: Ґ ґ Є є І і Ї ї, м’ята, під’їзд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90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0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be-BY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Рэспубліка Беларусь: Ў ў І і Ё ё, вераб’я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133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33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k-KZ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Қазақстан: Ә ә Ғ ғ Қ қ Ң ң Ө ө Ұ ұ Ү ү Һ һ І 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2476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76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z-Latn-UZ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Oʻzbekiston: Oʻ oʻ Gʻ gʻ (U+02BB) · O‘ o‘ G‘ g‘ (U+2018) · Sh 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28194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1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y-KG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Кыргызстан: Ң ң Ө ө Ү ү — Бишкек, Ысык-Көл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1623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623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g-Cyrl-TJ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Тоҷикистон: Ғ ғ Ӣ ӣ Қ қ Ӯ ӯ Ҳ ҳ Ҷ ҷ — Душанбе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5052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052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az-Latn-AZ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Azərbaycan: Ə ə Ğ ğ I ı İ i Ö ö Ş ş Ü ü Ç 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38481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481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hy-AM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Հայաստան — Երևան, Ա ա Բ բ Գ գ Ֆ ֆ 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191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91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a-GE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საქართველო — თბილისი, ქართული ანბანი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4533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33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s-ES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El pingüino Wenceslao hizo kilómetros. ¿Ñ ñ? ¡Á é í ó ú!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4876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76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de-DE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Zwölf Boxkämpfer jagen Viktor über den Deich. Ä Ö Ü ß ẞ „Zitat“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5219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219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fr-FR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Voix ambiguë d’un cœur qui préfère les kiwis. Œ œ Ç ç « 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5562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562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r-TR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Pijamalı hasta yağız şoföre çabucak güvendi. İ ı Ğ ğ Ş 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5905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sym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905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Segoe UI"/>
                <a:ea typeface="Segoe UI"/>
                <a:cs typeface="Segoe UI"/>
              </a:rPr>
              <a:t>0123456789 % ‰ № € $ £ ₽ ₸ ₼ ₾ ֏ ₺ — – … • × ± ≈ ≤ ≥ → 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17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400" lang="ru-RU" b="1">
                <a:solidFill>
                  <a:srgbClr val="1F4E79"/>
                </a:solidFill>
                <a:latin typeface="Verdana"/>
                <a:ea typeface="Verdana"/>
                <a:cs typeface="Verdana"/>
              </a:rPr>
              <a:t>Verdana — 15 языков + символы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62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62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Съешь же ещё этих мягких французских булок, да выпей чаю. Ё 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04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04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The quick brown fox jumps over the lazy dog. “Quotes” — 1st, 2nd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447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47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k-UA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Україна: Ґ ґ Є є І і Ї ї, м’ята, під’їзд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90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0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be-BY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Рэспубліка Беларусь: Ў ў І і Ё ё, вераб’я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133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33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k-KZ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Қазақстан: Ә ә Ғ ғ Қ қ Ң ң Ө ө Ұ ұ Ү ү Һ һ І 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2476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76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z-Latn-UZ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Oʻzbekiston: Oʻ oʻ Gʻ gʻ (U+02BB) · O‘ o‘ G‘ g‘ (U+2018) · Sh 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28194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1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y-KG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Кыргызстан: Ң ң Ө ө Ү ү — Бишкек, Ысык-Көл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1623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623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g-Cyrl-TJ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Тоҷикистон: Ғ ғ Ӣ ӣ Қ қ Ӯ ӯ Ҳ ҳ Ҷ ҷ — Душанбе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5052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052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az-Latn-AZ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Azərbaycan: Ə ə Ğ ğ I ı İ i Ö ö Ş ş Ü ü Ç 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38481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481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hy-AM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Հայաստան — Երևան, Ա ա Բ բ Գ գ Ֆ ֆ 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191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91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a-GE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საქართველო — თბილისი, ქართული ანბანი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4533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33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s-ES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El pingüino Wenceslao hizo kilómetros. ¿Ñ ñ? ¡Á é í ó ú!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4876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76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de-DE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Zwölf Boxkämpfer jagen Viktor über den Deich. Ä Ö Ü ß ẞ „Zitat“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5219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219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fr-FR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Voix ambiguë d’un cœur qui préfère les kiwis. Œ œ Ç ç « 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5562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562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r-TR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Pijamalı hasta yağız şoföre çabucak güvendi. İ ı Ğ ğ Ş 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5905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sym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905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Verdana"/>
                <a:ea typeface="Verdana"/>
                <a:cs typeface="Verdana"/>
              </a:rPr>
              <a:t>0123456789 % ‰ № € $ £ ₽ ₸ ₼ ₾ ֏ ₺ — – … • × ± ≈ ≤ ≥ → 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17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400" lang="ru-RU" b="1">
                <a:solidFill>
                  <a:srgbClr val="1F4E79"/>
                </a:solidFill>
                <a:latin typeface="Tahoma"/>
                <a:ea typeface="Tahoma"/>
                <a:cs typeface="Tahoma"/>
              </a:rPr>
              <a:t>Tahoma — 15 языков + символы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62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62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Tahoma"/>
                <a:ea typeface="Tahoma"/>
                <a:cs typeface="Tahoma"/>
              </a:rPr>
              <a:t>Съешь же ещё этих мягких французских булок, да выпей чаю. Ё 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04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04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1B1F24"/>
                </a:solidFill>
                <a:latin typeface="Tahoma"/>
                <a:ea typeface="Tahoma"/>
                <a:cs typeface="Tahoma"/>
              </a:rPr>
              <a:t>The quick brown fox jumps over the lazy dog. “Quotes” — 1st, 2nd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447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47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k-UA">
                <a:solidFill>
                  <a:srgbClr val="1B1F24"/>
                </a:solidFill>
                <a:latin typeface="Tahoma"/>
                <a:ea typeface="Tahoma"/>
                <a:cs typeface="Tahoma"/>
              </a:rPr>
              <a:t>Україна: Ґ ґ Є є І і Ї ї, м’ята, під’їзд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90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0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be-BY">
                <a:solidFill>
                  <a:srgbClr val="1B1F24"/>
                </a:solidFill>
                <a:latin typeface="Tahoma"/>
                <a:ea typeface="Tahoma"/>
                <a:cs typeface="Tahoma"/>
              </a:rPr>
              <a:t>Рэспубліка Беларусь: Ў ў І і Ё ё, вераб’я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133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33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k-KZ">
                <a:solidFill>
                  <a:srgbClr val="1B1F24"/>
                </a:solidFill>
                <a:latin typeface="Tahoma"/>
                <a:ea typeface="Tahoma"/>
                <a:cs typeface="Tahoma"/>
              </a:rPr>
              <a:t>Қазақстан: Ә ә Ғ ғ Қ қ Ң ң Ө ө Ұ ұ Ү ү Һ һ І 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2476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76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z-Latn-UZ">
                <a:solidFill>
                  <a:srgbClr val="1B1F24"/>
                </a:solidFill>
                <a:latin typeface="Tahoma"/>
                <a:ea typeface="Tahoma"/>
                <a:cs typeface="Tahoma"/>
              </a:rPr>
              <a:t>Oʻzbekiston: Oʻ oʻ Gʻ gʻ (U+02BB) · O‘ o‘ G‘ g‘ (U+2018) · Sh 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28194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1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y-KG">
                <a:solidFill>
                  <a:srgbClr val="1B1F24"/>
                </a:solidFill>
                <a:latin typeface="Tahoma"/>
                <a:ea typeface="Tahoma"/>
                <a:cs typeface="Tahoma"/>
              </a:rPr>
              <a:t>Кыргызстан: Ң ң Ө ө Ү ү — Бишкек, Ысык-Көл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1623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623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g-Cyrl-TJ">
                <a:solidFill>
                  <a:srgbClr val="1B1F24"/>
                </a:solidFill>
                <a:latin typeface="Tahoma"/>
                <a:ea typeface="Tahoma"/>
                <a:cs typeface="Tahoma"/>
              </a:rPr>
              <a:t>Тоҷикистон: Ғ ғ Ӣ ӣ Қ қ Ӯ ӯ Ҳ ҳ Ҷ ҷ — Душанбе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5052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052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az-Latn-AZ">
                <a:solidFill>
                  <a:srgbClr val="1B1F24"/>
                </a:solidFill>
                <a:latin typeface="Tahoma"/>
                <a:ea typeface="Tahoma"/>
                <a:cs typeface="Tahoma"/>
              </a:rPr>
              <a:t>Azərbaycan: Ə ə Ğ ğ I ı İ i Ö ö Ş ş Ü ü Ç 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38481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481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hy-AM">
                <a:solidFill>
                  <a:srgbClr val="1B1F24"/>
                </a:solidFill>
                <a:latin typeface="Tahoma"/>
                <a:ea typeface="Tahoma"/>
                <a:cs typeface="Tahoma"/>
              </a:rPr>
              <a:t>Հայաստան — Երևան, Ա ա Բ բ Գ գ Ֆ ֆ 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191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91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a-GE">
                <a:solidFill>
                  <a:srgbClr val="1B1F24"/>
                </a:solidFill>
                <a:latin typeface="Tahoma"/>
                <a:ea typeface="Tahoma"/>
                <a:cs typeface="Tahoma"/>
              </a:rPr>
              <a:t>საქართველო — თბილისი, ქართული ანბანი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4533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33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s-ES">
                <a:solidFill>
                  <a:srgbClr val="1B1F24"/>
                </a:solidFill>
                <a:latin typeface="Tahoma"/>
                <a:ea typeface="Tahoma"/>
                <a:cs typeface="Tahoma"/>
              </a:rPr>
              <a:t>El pingüino Wenceslao hizo kilómetros. ¿Ñ ñ? ¡Á é í ó ú!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4876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76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de-DE">
                <a:solidFill>
                  <a:srgbClr val="1B1F24"/>
                </a:solidFill>
                <a:latin typeface="Tahoma"/>
                <a:ea typeface="Tahoma"/>
                <a:cs typeface="Tahoma"/>
              </a:rPr>
              <a:t>Zwölf Boxkämpfer jagen Viktor über den Deich. Ä Ö Ü ß ẞ „Zitat“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5219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219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fr-FR">
                <a:solidFill>
                  <a:srgbClr val="1B1F24"/>
                </a:solidFill>
                <a:latin typeface="Tahoma"/>
                <a:ea typeface="Tahoma"/>
                <a:cs typeface="Tahoma"/>
              </a:rPr>
              <a:t>Voix ambiguë d’un cœur qui préfère les kiwis. Œ œ Ç ç « 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5562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562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r-TR">
                <a:solidFill>
                  <a:srgbClr val="1B1F24"/>
                </a:solidFill>
                <a:latin typeface="Tahoma"/>
                <a:ea typeface="Tahoma"/>
                <a:cs typeface="Tahoma"/>
              </a:rPr>
              <a:t>Pijamalı hasta yağız şoföre çabucak güvendi. İ ı Ğ ğ Ş 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5905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sym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905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Tahoma"/>
                <a:ea typeface="Tahoma"/>
                <a:cs typeface="Tahoma"/>
              </a:rPr>
              <a:t>0123456789 % ‰ № € $ £ ₽ ₸ ₼ ₾ ֏ ₺ — – … • × ± ≈ ≤ ≥ → 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17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400" lang="ru-RU" b="1">
                <a:solidFill>
                  <a:srgbClr val="1F4E79"/>
                </a:solidFill>
                <a:latin typeface="Trebuchet MS"/>
                <a:ea typeface="Trebuchet MS"/>
                <a:cs typeface="Trebuchet MS"/>
              </a:rPr>
              <a:t>Trebuchet MS — 15 языков + символы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62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62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Съешь же ещё этих мягких французских булок, да выпей чаю. Ё 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04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04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The quick brown fox jumps over the lazy dog. “Quotes” — 1st, 2nd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447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47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k-UA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Україна: Ґ ґ Є є І і Ї ї, м’ята, під’їзд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90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0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be-BY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Рэспубліка Беларусь: Ў ў І і Ё ё, вераб’я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133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33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k-KZ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Қазақстан: Ә ә Ғ ғ Қ қ Ң ң Ө ө Ұ ұ Ү ү Һ һ І 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2476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76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z-Latn-UZ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Oʻzbekiston: Oʻ oʻ Gʻ gʻ (U+02BB) · O‘ o‘ G‘ g‘ (U+2018) · Sh 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28194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1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y-KG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Кыргызстан: Ң ң Ө ө Ү ү — Бишкек, Ысык-Көл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1623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623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g-Cyrl-TJ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Тоҷикистон: Ғ ғ Ӣ ӣ Қ қ Ӯ ӯ Ҳ ҳ Ҷ ҷ — Душанбе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5052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052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az-Latn-AZ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Azərbaycan: Ə ə Ğ ğ I ı İ i Ö ö Ş ş Ü ü Ç 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38481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481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hy-AM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Հայաստան — Երևան, Ա ա Բ բ Գ գ Ֆ ֆ 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191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91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a-GE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საქართველო — თბილისი, ქართული ანბანი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4533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33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s-ES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El pingüino Wenceslao hizo kilómetros. ¿Ñ ñ? ¡Á é í ó ú!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4876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76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de-DE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Zwölf Boxkämpfer jagen Viktor über den Deich. Ä Ö Ü ß ẞ „Zitat“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5219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219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fr-FR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Voix ambiguë d’un cœur qui préfère les kiwis. Œ œ Ç ç « 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5562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562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r-TR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Pijamalı hasta yağız şoföre çabucak güvendi. İ ı Ğ ğ Ş 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5905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sym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905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Trebuchet MS"/>
                <a:ea typeface="Trebuchet MS"/>
                <a:cs typeface="Trebuchet MS"/>
              </a:rPr>
              <a:t>0123456789 % ‰ № € $ £ ₽ ₸ ₼ ₾ ֏ ₺ — – … • × ± ≈ ≤ ≥ → 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17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400" lang="ru-RU" b="1">
                <a:solidFill>
                  <a:srgbClr val="1F4E79"/>
                </a:solidFill>
                <a:latin typeface="Georgia"/>
                <a:ea typeface="Georgia"/>
                <a:cs typeface="Georgia"/>
              </a:rPr>
              <a:t>Georgia — 15 языков + символы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62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62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Съешь же ещё этих мягких французских булок, да выпей чаю. Ё 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04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04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The quick brown fox jumps over the lazy dog. “Quotes” — 1st, 2nd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447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47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k-UA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Україна: Ґ ґ Є є І і Ї ї, м’ята, під’їзд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90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0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be-BY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Рэспубліка Беларусь: Ў ў І і Ё ё, вераб’я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133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33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k-KZ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Қазақстан: Ә ә Ғ ғ Қ қ Ң ң Ө ө Ұ ұ Ү ү Һ һ І 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2476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76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z-Latn-UZ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Oʻzbekiston: Oʻ oʻ Gʻ gʻ (U+02BB) · O‘ o‘ G‘ g‘ (U+2018) · Sh 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28194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1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y-KG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Кыргызстан: Ң ң Ө ө Ү ү — Бишкек, Ысык-Көл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1623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623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g-Cyrl-TJ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Тоҷикистон: Ғ ғ Ӣ ӣ Қ қ Ӯ ӯ Ҳ ҳ Ҷ ҷ — Душанбе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5052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052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az-Latn-AZ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Azərbaycan: Ə ə Ğ ğ I ı İ i Ö ö Ş ş Ü ü Ç 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38481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481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hy-AM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Հայաստան — Երևան, Ա ա Բ բ Գ գ Ֆ ֆ 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191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91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a-GE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საქართველო — თბილისი, ქართული ანბანი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4533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33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s-ES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El pingüino Wenceslao hizo kilómetros. ¿Ñ ñ? ¡Á é í ó ú!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4876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76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de-DE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Zwölf Boxkämpfer jagen Viktor über den Deich. Ä Ö Ü ß ẞ „Zitat“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5219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219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fr-FR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Voix ambiguë d’un cœur qui préfère les kiwis. Œ œ Ç ç « 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5562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562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r-TR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Pijamalı hasta yağız şoföre çabucak güvendi. İ ı Ğ ğ Ş 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5905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sym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905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Georgia"/>
                <a:ea typeface="Georgia"/>
                <a:cs typeface="Georgia"/>
              </a:rPr>
              <a:t>0123456789 % ‰ № € $ £ ₽ ₸ ₼ ₾ ֏ ₺ — – … • × ± ≈ ≤ ≥ → 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17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400" lang="ru-RU" b="1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Times New Roman — 15 языков + символы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62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62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Съешь же ещё этих мягких французских булок, да выпей чаю. Ё 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04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04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The quick brown fox jumps over the lazy dog. “Quotes” — 1st, 2nd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447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47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k-UA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Україна: Ґ ґ Є є І і Ї ї, м’ята, під’їзд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790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0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be-BY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Рэспубліка Беларусь: Ў ў І і Ё ё, вераб’я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133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33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k-KZ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Қазақстан: Ә ә Ғ ғ Қ қ Ң ң Ө ө Ұ ұ Ү ү Һ һ І 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2476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uz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76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uz-Latn-UZ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Oʻzbekiston: Oʻ oʻ Gʻ gʻ (U+02BB) · O‘ o‘ G‘ g‘ (U+2018) · Sh 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28194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1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y-KG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Кыргызстан: Ң ң Ө ө Ү ү — Бишкек, Ысык-Көл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1623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623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g-Cyrl-TJ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Тоҷикистон: Ғ ғ Ӣ ӣ Қ қ Ӯ ӯ Ҳ ҳ Ҷ ҷ — Душанбе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35052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052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az-Latn-AZ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Azərbaycan: Ə ə Ğ ğ I ı İ i Ö ö Ş ş Ü ü Ç 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38481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481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hy-AM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Հայաստան — Երևան, Ա ա Բ բ Գ գ Ֆ ֆ 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191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91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ka-GE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საქართველო — თბილისი, ქართული ანბანი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45339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339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s-ES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El pingüino Wenceslao hizo kilómetros. ¿Ñ ñ? ¡Á é í ó ú!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48768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768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de-DE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Zwölf Boxkämpfer jagen Viktor über den Deich. Ä Ö Ü ß ẞ „Zitat“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52197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fr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2197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fr-FR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Voix ambiguë d’un cœur qui préfère les kiwis. Œ œ Ç ç « 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55626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5626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tr-TR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Pijamalı hasta yağız şoföre çabucak güvendi. İ ı Ğ ğ Ş 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5905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sym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905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lang="ru-RU">
                <a:solidFill>
                  <a:srgbClr val="1B1F24"/>
                </a:solidFill>
                <a:latin typeface="Times New Roman"/>
                <a:ea typeface="Times New Roman"/>
                <a:cs typeface="Times New Roman"/>
              </a:rPr>
              <a:t>0123456789 % ‰ № € $ £ ₽ ₸ ₼ ₾ ֏ ₺ — – … • × ± ≈ ≤ ≥ → 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1760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400" lang="ru-RU">
                <a:solidFill>
                  <a:srgbClr val="1F4E79"/>
                </a:solidFill>
                <a:latin typeface="Arial"/>
                <a:ea typeface="Arial"/>
                <a:cs typeface="Arial"/>
              </a:rPr>
              <a:t>Армянский и грузинский: шрифт-подстановка по языку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89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889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hy-AM">
                <a:solidFill>
                  <a:srgbClr val="1B1F24"/>
                </a:solidFill>
                <a:latin typeface="Sylfaen"/>
                <a:ea typeface="Sylfaen"/>
                <a:cs typeface="Sylfaen"/>
              </a:rPr>
              <a:t>Հայաստան — Երևան, Ա ա Բ բ Գ գ Ֆ ֆ և   [Sylfaen]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33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33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hy-AM">
                <a:solidFill>
                  <a:srgbClr val="1B1F24"/>
                </a:solidFill>
                <a:latin typeface="Arial"/>
                <a:ea typeface="Arial"/>
                <a:cs typeface="Arial"/>
              </a:rPr>
              <a:t>Հայաստան — Երևան, Ա ա Բ բ Գ գ Ֆ ֆ և   [Arial]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778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78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hy-AM">
                <a:solidFill>
                  <a:srgbClr val="1B1F24"/>
                </a:solidFill>
                <a:latin typeface="Noto Sans Armenian"/>
                <a:ea typeface="Noto Sans Armenian"/>
                <a:cs typeface="Noto Sans Armenian"/>
              </a:rPr>
              <a:t>Հայաստան — Երևան, Ա ա Բ բ Գ գ Ֆ ֆ և   [Noto Sans Armenian]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222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22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ka-GE">
                <a:solidFill>
                  <a:srgbClr val="1B1F24"/>
                </a:solidFill>
                <a:latin typeface="Sylfaen"/>
                <a:ea typeface="Sylfaen"/>
                <a:cs typeface="Sylfaen"/>
              </a:rPr>
              <a:t>საქართველო — თბილისი, ქართული ანბანი   [Sylfaen]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6670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670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ka-GE">
                <a:solidFill>
                  <a:srgbClr val="1B1F24"/>
                </a:solidFill>
                <a:latin typeface="Arial"/>
                <a:ea typeface="Arial"/>
                <a:cs typeface="Arial"/>
              </a:rPr>
              <a:t>საქართველო — თბილისი, ქართული ანბანი   [Arial]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111500"/>
            <a:ext cx="5715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en-US">
                <a:solidFill>
                  <a:srgbClr val="5B6570"/>
                </a:solidFill>
                <a:latin typeface="Arial"/>
                <a:ea typeface="Arial"/>
                <a:cs typeface="Arial"/>
              </a:rPr>
              <a:t>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115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000" lang="ka-GE">
                <a:solidFill>
                  <a:srgbClr val="1B1F24"/>
                </a:solidFill>
                <a:latin typeface="Noto Sans Georgian"/>
                <a:ea typeface="Noto Sans Georgian"/>
                <a:cs typeface="Noto Sans Georgian"/>
              </a:rPr>
              <a:t>საქართველო — თბილისი, ქართული ანბანი   [Noto Sans Georgian]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