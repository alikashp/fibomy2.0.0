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6" r:id="rId11"/>
    <p:sldId id="267" r:id="rId12"/>
    <p:sldId id="268" r:id="rId13"/>
    <p:sldId id="270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A3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01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4FF6-51C3-CCBE-0538-AF2CF8B4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DAAEB-6028-1356-C7AC-12FEDE01A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6FFF0-DC78-0792-7CE3-0AE05E3AD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50116-F1D9-1465-00EF-EAC83D6E5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6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Фото_Обложка">
            <a:extLst>
              <a:ext uri="{FF2B5EF4-FFF2-40B4-BE49-F238E27FC236}">
                <a16:creationId xmlns:a16="http://schemas.microsoft.com/office/drawing/2014/main" id="{FB896055-3B3A-58E1-66B2-B725FBF53BC3}"/>
              </a:ext>
            </a:extLst>
          </p:cNvPr>
          <p:cNvSpPr/>
          <p:nvPr/>
        </p:nvSpPr>
        <p:spPr>
          <a:xfrm>
            <a:off x="6705600" y="0"/>
            <a:ext cx="548335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1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Заголовок">
            <a:extLst>
              <a:ext uri="{FF2B5EF4-FFF2-40B4-BE49-F238E27FC236}">
                <a16:creationId xmlns:a16="http://schemas.microsoft.com/office/drawing/2014/main" id="{1DF172ED-E260-5591-B805-82C82513315B}"/>
              </a:ext>
            </a:extLst>
          </p:cNvPr>
          <p:cNvSpPr/>
          <p:nvPr/>
        </p:nvSpPr>
        <p:spPr>
          <a:xfrm>
            <a:off x="457200" y="4027715"/>
            <a:ext cx="5669280" cy="203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4000" dirty="0"/>
          </a:p>
        </p:txBody>
      </p:sp>
      <p:sp>
        <p:nvSpPr>
          <p:cNvPr id="19" name="Прямоугольник 5">
            <a:extLst>
              <a:ext uri="{FF2B5EF4-FFF2-40B4-BE49-F238E27FC236}">
                <a16:creationId xmlns:a16="http://schemas.microsoft.com/office/drawing/2014/main" id="{00F78FCF-332A-0C3B-146E-2CC43AD465FB}"/>
              </a:ext>
            </a:extLst>
          </p:cNvPr>
          <p:cNvSpPr>
            <a:spLocks noChangeAspect="1"/>
          </p:cNvSpPr>
          <p:nvPr/>
        </p:nvSpPr>
        <p:spPr>
          <a:xfrm>
            <a:off x="457200" y="278610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1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 AI</a:t>
            </a:r>
            <a:endParaRPr lang="en-US" altLang="ru-RU" sz="11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137C9F6-270C-57BD-8E7D-03A1708E9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96" y="279298"/>
            <a:ext cx="385287" cy="385287"/>
          </a:xfrm>
          <a:prstGeom prst="rect">
            <a:avLst/>
          </a:prstGeom>
        </p:spPr>
      </p:pic>
      <p:pic>
        <p:nvPicPr>
          <p:cNvPr id="21" name="Год_Плашка_Фон" descr="/home/claude/vistas/assets/grad_pill.png">
            <a:extLst>
              <a:ext uri="{FF2B5EF4-FFF2-40B4-BE49-F238E27FC236}">
                <a16:creationId xmlns:a16="http://schemas.microsoft.com/office/drawing/2014/main" id="{FD0216BF-3F19-2453-B5DE-D3C1EB988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92058"/>
            <a:ext cx="1554480" cy="172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"/>
          <p:cNvSpPr/>
          <p:nvPr/>
        </p:nvSpPr>
        <p:spPr>
          <a:xfrm>
            <a:off x="6492240" y="1463040"/>
            <a:ext cx="5239512" cy="493776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5D5E6C68-6C6F-8E3A-65A8-77BB46411ADF}"/>
              </a:ext>
            </a:extLst>
          </p:cNvPr>
          <p:cNvSpPr/>
          <p:nvPr/>
        </p:nvSpPr>
        <p:spPr>
          <a:xfrm>
            <a:off x="640079" y="1463040"/>
            <a:ext cx="545433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b="1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b="1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9046BB82-5471-58CA-3B31-C1F293D6FB00}"/>
              </a:ext>
            </a:extLst>
          </p:cNvPr>
          <p:cNvSpPr/>
          <p:nvPr/>
        </p:nvSpPr>
        <p:spPr>
          <a:xfrm>
            <a:off x="640079" y="1998726"/>
            <a:ext cx="5461557" cy="11025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2EF404EE-4D89-F1DF-61CE-6B1E160CE1F1}"/>
              </a:ext>
            </a:extLst>
          </p:cNvPr>
          <p:cNvSpPr/>
          <p:nvPr/>
        </p:nvSpPr>
        <p:spPr>
          <a:xfrm>
            <a:off x="636468" y="3128147"/>
            <a:ext cx="545433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b="1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20D3E7FC-36A7-714E-C910-686603C628A8}"/>
              </a:ext>
            </a:extLst>
          </p:cNvPr>
          <p:cNvSpPr/>
          <p:nvPr/>
        </p:nvSpPr>
        <p:spPr>
          <a:xfrm>
            <a:off x="636468" y="3660818"/>
            <a:ext cx="5461557" cy="11772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43D1DB88-C6AA-21AD-DEB6-04DA2B0EF8B6}"/>
              </a:ext>
            </a:extLst>
          </p:cNvPr>
          <p:cNvSpPr/>
          <p:nvPr/>
        </p:nvSpPr>
        <p:spPr>
          <a:xfrm>
            <a:off x="636468" y="4843836"/>
            <a:ext cx="545433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b="1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3759E1AB-F224-D19A-9637-697560A0E262}"/>
              </a:ext>
            </a:extLst>
          </p:cNvPr>
          <p:cNvSpPr/>
          <p:nvPr/>
        </p:nvSpPr>
        <p:spPr>
          <a:xfrm>
            <a:off x="636468" y="5376507"/>
            <a:ext cx="5461557" cy="11096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097C929A-F3FA-1F3A-FD69-56D4B0610E2B}"/>
              </a:ext>
            </a:extLst>
          </p:cNvPr>
          <p:cNvSpPr/>
          <p:nvPr/>
        </p:nvSpPr>
        <p:spPr>
          <a:xfrm>
            <a:off x="640080" y="365759"/>
            <a:ext cx="11091672" cy="97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ITLE"/>
          <p:cNvSpPr/>
          <p:nvPr/>
        </p:nvSpPr>
        <p:spPr>
          <a:xfrm>
            <a:off x="640080" y="365760"/>
            <a:ext cx="1090879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  <p:sp>
        <p:nvSpPr>
          <p:cNvPr id="10" name="Иконка_1"/>
          <p:cNvSpPr/>
          <p:nvPr/>
        </p:nvSpPr>
        <p:spPr>
          <a:xfrm>
            <a:off x="640080" y="23088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Иконка_1_Акцент" descr="/home/claude/vistas/assets/grad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473452"/>
            <a:ext cx="310896" cy="310896"/>
          </a:xfrm>
          <a:prstGeom prst="rect">
            <a:avLst/>
          </a:prstGeom>
        </p:spPr>
      </p:pic>
      <p:sp>
        <p:nvSpPr>
          <p:cNvPr id="12" name="SUBTITLE 1"/>
          <p:cNvSpPr/>
          <p:nvPr/>
        </p:nvSpPr>
        <p:spPr>
          <a:xfrm>
            <a:off x="640080" y="3223260"/>
            <a:ext cx="33375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900" dirty="0"/>
          </a:p>
        </p:txBody>
      </p:sp>
      <p:sp>
        <p:nvSpPr>
          <p:cNvPr id="13" name="TEXT 1"/>
          <p:cNvSpPr/>
          <p:nvPr/>
        </p:nvSpPr>
        <p:spPr>
          <a:xfrm>
            <a:off x="640080" y="411480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14" name="Иконка_2"/>
          <p:cNvSpPr/>
          <p:nvPr/>
        </p:nvSpPr>
        <p:spPr>
          <a:xfrm>
            <a:off x="4517136" y="23088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5" name="Иконка_2_Акцент" descr="/home/claude/vistas/assets/grad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473452"/>
            <a:ext cx="310896" cy="310896"/>
          </a:xfrm>
          <a:prstGeom prst="rect">
            <a:avLst/>
          </a:prstGeom>
        </p:spPr>
      </p:pic>
      <p:sp>
        <p:nvSpPr>
          <p:cNvPr id="16" name="SUBTITLE 2"/>
          <p:cNvSpPr/>
          <p:nvPr/>
        </p:nvSpPr>
        <p:spPr>
          <a:xfrm>
            <a:off x="4517136" y="3223260"/>
            <a:ext cx="33375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900" dirty="0"/>
          </a:p>
        </p:txBody>
      </p:sp>
      <p:sp>
        <p:nvSpPr>
          <p:cNvPr id="17" name="TEXT 2"/>
          <p:cNvSpPr/>
          <p:nvPr/>
        </p:nvSpPr>
        <p:spPr>
          <a:xfrm>
            <a:off x="4517136" y="411480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sp>
        <p:nvSpPr>
          <p:cNvPr id="18" name="Иконка_3"/>
          <p:cNvSpPr/>
          <p:nvPr/>
        </p:nvSpPr>
        <p:spPr>
          <a:xfrm>
            <a:off x="8394192" y="23088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9" name="Иконка_3_Акцент" descr="/home/claude/vistas/assets/grad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473452"/>
            <a:ext cx="310896" cy="310896"/>
          </a:xfrm>
          <a:prstGeom prst="rect">
            <a:avLst/>
          </a:prstGeom>
        </p:spPr>
      </p:pic>
      <p:sp>
        <p:nvSpPr>
          <p:cNvPr id="20" name="SUBTITLE 3"/>
          <p:cNvSpPr/>
          <p:nvPr/>
        </p:nvSpPr>
        <p:spPr>
          <a:xfrm>
            <a:off x="8394192" y="3223260"/>
            <a:ext cx="33375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b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900" dirty="0"/>
          </a:p>
        </p:txBody>
      </p:sp>
      <p:sp>
        <p:nvSpPr>
          <p:cNvPr id="21" name="TEXT 3"/>
          <p:cNvSpPr/>
          <p:nvPr/>
        </p:nvSpPr>
        <p:spPr>
          <a:xfrm>
            <a:off x="8394192" y="411480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Карточка_1"/>
          <p:cNvSpPr/>
          <p:nvPr/>
        </p:nvSpPr>
        <p:spPr>
          <a:xfrm>
            <a:off x="640080" y="160793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PIC 1"/>
          <p:cNvSpPr/>
          <p:nvPr/>
        </p:nvSpPr>
        <p:spPr>
          <a:xfrm>
            <a:off x="822960" y="1790810"/>
            <a:ext cx="3154680" cy="155448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SUBTITLE 1"/>
          <p:cNvSpPr/>
          <p:nvPr/>
        </p:nvSpPr>
        <p:spPr>
          <a:xfrm>
            <a:off x="822960" y="3429001"/>
            <a:ext cx="3154680" cy="7529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TEXT 1"/>
          <p:cNvSpPr/>
          <p:nvPr/>
        </p:nvSpPr>
        <p:spPr>
          <a:xfrm>
            <a:off x="822960" y="4293002"/>
            <a:ext cx="3154680" cy="10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19" name="Карточка_2"/>
          <p:cNvSpPr/>
          <p:nvPr/>
        </p:nvSpPr>
        <p:spPr>
          <a:xfrm>
            <a:off x="4434840" y="160793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PIC 2"/>
          <p:cNvSpPr/>
          <p:nvPr/>
        </p:nvSpPr>
        <p:spPr>
          <a:xfrm>
            <a:off x="4617720" y="1790810"/>
            <a:ext cx="3154680" cy="155448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SUBTITLE 2"/>
          <p:cNvSpPr/>
          <p:nvPr/>
        </p:nvSpPr>
        <p:spPr>
          <a:xfrm>
            <a:off x="4617720" y="3429001"/>
            <a:ext cx="3154680" cy="7529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4617720" y="4293002"/>
            <a:ext cx="3154680" cy="10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sp>
        <p:nvSpPr>
          <p:cNvPr id="28" name="Карточка_3"/>
          <p:cNvSpPr/>
          <p:nvPr/>
        </p:nvSpPr>
        <p:spPr>
          <a:xfrm>
            <a:off x="8229600" y="160793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PIC 3"/>
          <p:cNvSpPr/>
          <p:nvPr/>
        </p:nvSpPr>
        <p:spPr>
          <a:xfrm>
            <a:off x="8412480" y="1790810"/>
            <a:ext cx="3154680" cy="155448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SUBTITLE 3"/>
          <p:cNvSpPr/>
          <p:nvPr/>
        </p:nvSpPr>
        <p:spPr>
          <a:xfrm>
            <a:off x="8412480" y="3429001"/>
            <a:ext cx="3154680" cy="7529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8412480" y="4293002"/>
            <a:ext cx="3154680" cy="10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  <p:sp>
        <p:nvSpPr>
          <p:cNvPr id="37" name="TITLE">
            <a:extLst>
              <a:ext uri="{FF2B5EF4-FFF2-40B4-BE49-F238E27FC236}">
                <a16:creationId xmlns:a16="http://schemas.microsoft.com/office/drawing/2014/main" id="{C7AA27C3-60AE-FD93-1DFE-6AC79AF41D83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диент_Фон" descr="/home/claude/vistas/assets/grad_full_di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PIC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640081" y="315686"/>
            <a:ext cx="6609806" cy="195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4200" dirty="0"/>
          </a:p>
        </p:txBody>
      </p:sp>
      <p:sp>
        <p:nvSpPr>
          <p:cNvPr id="6" name="SUBTITLE 1"/>
          <p:cNvSpPr/>
          <p:nvPr/>
        </p:nvSpPr>
        <p:spPr>
          <a:xfrm>
            <a:off x="640080" y="2590800"/>
            <a:ext cx="6609806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dirty="0">
                <a:solidFill>
                  <a:srgbClr val="FF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500" dirty="0"/>
          </a:p>
        </p:txBody>
      </p:sp>
      <p:sp>
        <p:nvSpPr>
          <p:cNvPr id="7" name="TEXT 1"/>
          <p:cNvSpPr/>
          <p:nvPr/>
        </p:nvSpPr>
        <p:spPr>
          <a:xfrm>
            <a:off x="640080" y="3189514"/>
            <a:ext cx="6609806" cy="63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8" name="SUBTITLE 2"/>
          <p:cNvSpPr/>
          <p:nvPr/>
        </p:nvSpPr>
        <p:spPr>
          <a:xfrm>
            <a:off x="640079" y="4192870"/>
            <a:ext cx="3135085" cy="496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200" dirty="0"/>
          </a:p>
        </p:txBody>
      </p:sp>
      <p:sp>
        <p:nvSpPr>
          <p:cNvPr id="9" name="TEXT 2"/>
          <p:cNvSpPr/>
          <p:nvPr/>
        </p:nvSpPr>
        <p:spPr>
          <a:xfrm>
            <a:off x="640079" y="4787322"/>
            <a:ext cx="3135085" cy="111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200" dirty="0"/>
          </a:p>
        </p:txBody>
      </p:sp>
      <p:sp>
        <p:nvSpPr>
          <p:cNvPr id="10" name="SUBTITLE 3"/>
          <p:cNvSpPr/>
          <p:nvPr/>
        </p:nvSpPr>
        <p:spPr>
          <a:xfrm>
            <a:off x="4114800" y="4212773"/>
            <a:ext cx="3135086" cy="4582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200" dirty="0"/>
          </a:p>
        </p:txBody>
      </p:sp>
      <p:sp>
        <p:nvSpPr>
          <p:cNvPr id="11" name="TEXT 3"/>
          <p:cNvSpPr/>
          <p:nvPr/>
        </p:nvSpPr>
        <p:spPr>
          <a:xfrm>
            <a:off x="4114800" y="4787322"/>
            <a:ext cx="3135086" cy="111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200" dirty="0"/>
          </a:p>
        </p:txBody>
      </p:sp>
      <p:pic>
        <p:nvPicPr>
          <p:cNvPr id="1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1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UBTITLE 1"/>
          <p:cNvSpPr/>
          <p:nvPr/>
        </p:nvSpPr>
        <p:spPr>
          <a:xfrm>
            <a:off x="640080" y="2460171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500" dirty="0">
              <a:solidFill>
                <a:srgbClr val="FF6A3D"/>
              </a:solidFill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3385458"/>
            <a:ext cx="3154680" cy="163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400" dirty="0"/>
          </a:p>
        </p:txBody>
      </p:sp>
      <p:sp>
        <p:nvSpPr>
          <p:cNvPr id="13" name="Разделитель_1"/>
          <p:cNvSpPr/>
          <p:nvPr/>
        </p:nvSpPr>
        <p:spPr>
          <a:xfrm>
            <a:off x="4069080" y="2468880"/>
            <a:ext cx="0" cy="2549433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SUBTITLE 2"/>
          <p:cNvSpPr/>
          <p:nvPr/>
        </p:nvSpPr>
        <p:spPr>
          <a:xfrm>
            <a:off x="4517136" y="2460171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500" dirty="0">
              <a:solidFill>
                <a:srgbClr val="FF6A3D"/>
              </a:solidFill>
            </a:endParaRPr>
          </a:p>
        </p:txBody>
      </p:sp>
      <p:sp>
        <p:nvSpPr>
          <p:cNvPr id="16" name="TEXT 2"/>
          <p:cNvSpPr/>
          <p:nvPr/>
        </p:nvSpPr>
        <p:spPr>
          <a:xfrm>
            <a:off x="4517136" y="3385458"/>
            <a:ext cx="3154680" cy="163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400" dirty="0"/>
          </a:p>
        </p:txBody>
      </p:sp>
      <p:sp>
        <p:nvSpPr>
          <p:cNvPr id="17" name="Разделитель_2"/>
          <p:cNvSpPr/>
          <p:nvPr/>
        </p:nvSpPr>
        <p:spPr>
          <a:xfrm>
            <a:off x="7946136" y="2468879"/>
            <a:ext cx="0" cy="254943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SUBTITLE 3"/>
          <p:cNvSpPr/>
          <p:nvPr/>
        </p:nvSpPr>
        <p:spPr>
          <a:xfrm>
            <a:off x="8394192" y="2460171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500" dirty="0">
              <a:solidFill>
                <a:srgbClr val="FF6A3D"/>
              </a:solidFill>
            </a:endParaRPr>
          </a:p>
        </p:txBody>
      </p:sp>
      <p:sp>
        <p:nvSpPr>
          <p:cNvPr id="20" name="TEXT 3"/>
          <p:cNvSpPr/>
          <p:nvPr/>
        </p:nvSpPr>
        <p:spPr>
          <a:xfrm>
            <a:off x="8394192" y="3385458"/>
            <a:ext cx="3154680" cy="163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400" dirty="0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7CB2EA43-AB34-2BB0-9740-1A6156D98373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темнение"/>
          <p:cNvSpPr/>
          <p:nvPr/>
        </p:nvSpPr>
        <p:spPr>
          <a:xfrm>
            <a:off x="0" y="1328056"/>
            <a:ext cx="12188952" cy="5529943"/>
          </a:xfrm>
          <a:prstGeom prst="rect">
            <a:avLst/>
          </a:prstGeom>
          <a:solidFill>
            <a:srgbClr val="D9D9D9"/>
          </a:solidFill>
          <a:ln/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Чип_1"/>
          <p:cNvSpPr/>
          <p:nvPr/>
        </p:nvSpPr>
        <p:spPr>
          <a:xfrm>
            <a:off x="474616" y="5290457"/>
            <a:ext cx="4674327" cy="1256213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SUBTITLE 2"/>
          <p:cNvSpPr/>
          <p:nvPr/>
        </p:nvSpPr>
        <p:spPr>
          <a:xfrm>
            <a:off x="639208" y="5413247"/>
            <a:ext cx="4346449" cy="4659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639209" y="5952310"/>
            <a:ext cx="4346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200" dirty="0"/>
          </a:p>
        </p:txBody>
      </p:sp>
      <p:pic>
        <p:nvPicPr>
          <p:cNvPr id="18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19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Чип_1">
            <a:extLst>
              <a:ext uri="{FF2B5EF4-FFF2-40B4-BE49-F238E27FC236}">
                <a16:creationId xmlns:a16="http://schemas.microsoft.com/office/drawing/2014/main" id="{7A0101BA-68CE-6133-D067-F3BCDF83B50D}"/>
              </a:ext>
            </a:extLst>
          </p:cNvPr>
          <p:cNvSpPr/>
          <p:nvPr/>
        </p:nvSpPr>
        <p:spPr>
          <a:xfrm>
            <a:off x="5677552" y="5290457"/>
            <a:ext cx="4674327" cy="1256213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446622E3-ABB3-9C0F-B7BB-1759988EE5F1}"/>
              </a:ext>
            </a:extLst>
          </p:cNvPr>
          <p:cNvSpPr/>
          <p:nvPr/>
        </p:nvSpPr>
        <p:spPr>
          <a:xfrm>
            <a:off x="5842144" y="5413247"/>
            <a:ext cx="4346449" cy="4659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r>
              <a:rPr lang="ru-RU" sz="1200" b="1" kern="0" spc="10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DACB864C-B19C-89E1-B388-BC70813DF8E4}"/>
              </a:ext>
            </a:extLst>
          </p:cNvPr>
          <p:cNvSpPr/>
          <p:nvPr/>
        </p:nvSpPr>
        <p:spPr>
          <a:xfrm>
            <a:off x="5842145" y="5952310"/>
            <a:ext cx="4346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ru-RU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Чип_1">
            <a:extLst>
              <a:ext uri="{FF2B5EF4-FFF2-40B4-BE49-F238E27FC236}">
                <a16:creationId xmlns:a16="http://schemas.microsoft.com/office/drawing/2014/main" id="{B04F2053-E85D-024C-16E2-20A7032B3389}"/>
              </a:ext>
            </a:extLst>
          </p:cNvPr>
          <p:cNvSpPr/>
          <p:nvPr/>
        </p:nvSpPr>
        <p:spPr>
          <a:xfrm>
            <a:off x="474616" y="4143103"/>
            <a:ext cx="9877263" cy="977538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603E97EC-5AE9-FC78-1FB6-B2FA7D0E2FEE}"/>
              </a:ext>
            </a:extLst>
          </p:cNvPr>
          <p:cNvSpPr/>
          <p:nvPr/>
        </p:nvSpPr>
        <p:spPr>
          <a:xfrm>
            <a:off x="639208" y="4143103"/>
            <a:ext cx="9549384" cy="3100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r>
              <a:rPr lang="ru-RU" sz="1200" b="1" kern="0" spc="10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B09EB85-74F9-EBA8-887B-2CC2B8471200}"/>
              </a:ext>
            </a:extLst>
          </p:cNvPr>
          <p:cNvSpPr/>
          <p:nvPr/>
        </p:nvSpPr>
        <p:spPr>
          <a:xfrm>
            <a:off x="639209" y="4526281"/>
            <a:ext cx="954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ru-RU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A9BA0AC1-A526-A04A-D92F-9F43D7080322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Блок_3"/>
          <p:cNvSpPr/>
          <p:nvPr/>
        </p:nvSpPr>
        <p:spPr>
          <a:xfrm>
            <a:off x="822960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Блок_1"/>
          <p:cNvSpPr/>
          <p:nvPr/>
        </p:nvSpPr>
        <p:spPr>
          <a:xfrm>
            <a:off x="64008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11" name="SUBTITLE 1"/>
          <p:cNvSpPr/>
          <p:nvPr/>
        </p:nvSpPr>
        <p:spPr>
          <a:xfrm>
            <a:off x="914400" y="24917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700" dirty="0"/>
          </a:p>
        </p:txBody>
      </p:sp>
      <p:sp>
        <p:nvSpPr>
          <p:cNvPr id="12" name="TEXT 1"/>
          <p:cNvSpPr/>
          <p:nvPr/>
        </p:nvSpPr>
        <p:spPr>
          <a:xfrm>
            <a:off x="914400" y="33147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400" dirty="0"/>
          </a:p>
        </p:txBody>
      </p:sp>
      <p:sp>
        <p:nvSpPr>
          <p:cNvPr id="13" name="Блок_2"/>
          <p:cNvSpPr/>
          <p:nvPr/>
        </p:nvSpPr>
        <p:spPr>
          <a:xfrm>
            <a:off x="443484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UBTITLE 2"/>
          <p:cNvSpPr/>
          <p:nvPr/>
        </p:nvSpPr>
        <p:spPr>
          <a:xfrm>
            <a:off x="4709160" y="24917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700" dirty="0"/>
          </a:p>
        </p:txBody>
      </p:sp>
      <p:sp>
        <p:nvSpPr>
          <p:cNvPr id="15" name="TEXT 2"/>
          <p:cNvSpPr/>
          <p:nvPr/>
        </p:nvSpPr>
        <p:spPr>
          <a:xfrm>
            <a:off x="4709160" y="33147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400" dirty="0"/>
          </a:p>
        </p:txBody>
      </p:sp>
      <p:sp>
        <p:nvSpPr>
          <p:cNvPr id="17" name="SUBTITLE 3"/>
          <p:cNvSpPr/>
          <p:nvPr/>
        </p:nvSpPr>
        <p:spPr>
          <a:xfrm>
            <a:off x="8503920" y="24917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700" dirty="0"/>
          </a:p>
        </p:txBody>
      </p:sp>
      <p:sp>
        <p:nvSpPr>
          <p:cNvPr id="18" name="TEXT 3"/>
          <p:cNvSpPr/>
          <p:nvPr/>
        </p:nvSpPr>
        <p:spPr>
          <a:xfrm>
            <a:off x="8503920" y="33147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400" dirty="0"/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B56D4EA6-0EEB-B47D-F920-59D014E8D3BF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>
              <a:solidFill>
                <a:srgbClr val="FF6A3D"/>
              </a:solidFill>
            </a:endParaRPr>
          </a:p>
        </p:txBody>
      </p:sp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Карточка_1"/>
          <p:cNvSpPr/>
          <p:nvPr/>
        </p:nvSpPr>
        <p:spPr>
          <a:xfrm>
            <a:off x="640080" y="1458684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PIC 1"/>
          <p:cNvSpPr/>
          <p:nvPr/>
        </p:nvSpPr>
        <p:spPr>
          <a:xfrm>
            <a:off x="822960" y="1641564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SUBTITLE 1"/>
          <p:cNvSpPr/>
          <p:nvPr/>
        </p:nvSpPr>
        <p:spPr>
          <a:xfrm>
            <a:off x="822960" y="3568337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822960" y="4184468"/>
            <a:ext cx="3154680" cy="117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15" name="Карточка_2"/>
          <p:cNvSpPr/>
          <p:nvPr/>
        </p:nvSpPr>
        <p:spPr>
          <a:xfrm>
            <a:off x="4434840" y="1458684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PIC 2"/>
          <p:cNvSpPr/>
          <p:nvPr/>
        </p:nvSpPr>
        <p:spPr>
          <a:xfrm>
            <a:off x="4617720" y="1641564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SUBTITLE 2"/>
          <p:cNvSpPr/>
          <p:nvPr/>
        </p:nvSpPr>
        <p:spPr>
          <a:xfrm>
            <a:off x="4617720" y="3568337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600" dirty="0"/>
          </a:p>
        </p:txBody>
      </p:sp>
      <p:sp>
        <p:nvSpPr>
          <p:cNvPr id="19" name="TEXT 2"/>
          <p:cNvSpPr/>
          <p:nvPr/>
        </p:nvSpPr>
        <p:spPr>
          <a:xfrm>
            <a:off x="4617720" y="4184468"/>
            <a:ext cx="3154680" cy="117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sp>
        <p:nvSpPr>
          <p:cNvPr id="20" name="Карточка_3"/>
          <p:cNvSpPr/>
          <p:nvPr/>
        </p:nvSpPr>
        <p:spPr>
          <a:xfrm>
            <a:off x="8229600" y="1458684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PIC 3"/>
          <p:cNvSpPr/>
          <p:nvPr/>
        </p:nvSpPr>
        <p:spPr>
          <a:xfrm>
            <a:off x="8412480" y="1641564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SUBTITLE 3"/>
          <p:cNvSpPr/>
          <p:nvPr/>
        </p:nvSpPr>
        <p:spPr>
          <a:xfrm>
            <a:off x="8412480" y="3568337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600" dirty="0"/>
          </a:p>
        </p:txBody>
      </p:sp>
      <p:sp>
        <p:nvSpPr>
          <p:cNvPr id="24" name="TEXT 3"/>
          <p:cNvSpPr/>
          <p:nvPr/>
        </p:nvSpPr>
        <p:spPr>
          <a:xfrm>
            <a:off x="8412480" y="4184468"/>
            <a:ext cx="3154680" cy="117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3A607B0B-D863-20AF-89C3-29C6F5E8E7A6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>
              <a:solidFill>
                <a:srgbClr val="FF6A3D"/>
              </a:solidFill>
            </a:endParaRPr>
          </a:p>
        </p:txBody>
      </p:sp>
      <p:pic>
        <p:nvPicPr>
          <p:cNvPr id="26" name="Кнопка_Навигация_Фон" descr="/home/claude/vistas/assets/grad_circle.png">
            <a:extLst>
              <a:ext uri="{FF2B5EF4-FFF2-40B4-BE49-F238E27FC236}">
                <a16:creationId xmlns:a16="http://schemas.microsoft.com/office/drawing/2014/main" id="{3115E26F-C82A-ED27-F18A-E6DED4F6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27" name="Кнопка_Навигация_Стрелка">
            <a:extLst>
              <a:ext uri="{FF2B5EF4-FFF2-40B4-BE49-F238E27FC236}">
                <a16:creationId xmlns:a16="http://schemas.microsoft.com/office/drawing/2014/main" id="{EB33769F-FE6E-B027-C19E-FAEDDA033129}"/>
              </a:ext>
            </a:extLst>
          </p:cNvPr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Линия_1"/>
          <p:cNvSpPr/>
          <p:nvPr/>
        </p:nvSpPr>
        <p:spPr>
          <a:xfrm>
            <a:off x="640079" y="3424767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SUBTITLE 2"/>
          <p:cNvSpPr/>
          <p:nvPr/>
        </p:nvSpPr>
        <p:spPr>
          <a:xfrm>
            <a:off x="1615439" y="3453071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400" dirty="0"/>
          </a:p>
        </p:txBody>
      </p:sp>
      <p:sp>
        <p:nvSpPr>
          <p:cNvPr id="11" name="TEXT 2"/>
          <p:cNvSpPr/>
          <p:nvPr/>
        </p:nvSpPr>
        <p:spPr>
          <a:xfrm>
            <a:off x="1615440" y="4011940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pic>
        <p:nvPicPr>
          <p:cNvPr id="20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21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4036F7A0-17BA-41D2-C553-A38ED5F27293}"/>
              </a:ext>
            </a:extLst>
          </p:cNvPr>
          <p:cNvSpPr/>
          <p:nvPr/>
        </p:nvSpPr>
        <p:spPr>
          <a:xfrm>
            <a:off x="640080" y="365759"/>
            <a:ext cx="5454332" cy="118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23" name="Иконка_1">
            <a:extLst>
              <a:ext uri="{FF2B5EF4-FFF2-40B4-BE49-F238E27FC236}">
                <a16:creationId xmlns:a16="http://schemas.microsoft.com/office/drawing/2014/main" id="{6DED4EF7-0770-32F7-8B44-ED03BCF054AE}"/>
              </a:ext>
            </a:extLst>
          </p:cNvPr>
          <p:cNvSpPr/>
          <p:nvPr/>
        </p:nvSpPr>
        <p:spPr>
          <a:xfrm>
            <a:off x="640080" y="3676227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4" name="Иконка_1_Акцент" descr="/home/claude/vistas/assets/grad_square.png">
            <a:extLst>
              <a:ext uri="{FF2B5EF4-FFF2-40B4-BE49-F238E27FC236}">
                <a16:creationId xmlns:a16="http://schemas.microsoft.com/office/drawing/2014/main" id="{C0EC881C-33DC-829B-BD25-92B86301A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40819"/>
            <a:ext cx="310896" cy="310896"/>
          </a:xfrm>
          <a:prstGeom prst="rect">
            <a:avLst/>
          </a:prstGeom>
        </p:spPr>
      </p:pic>
      <p:sp>
        <p:nvSpPr>
          <p:cNvPr id="28" name="Линия_1">
            <a:extLst>
              <a:ext uri="{FF2B5EF4-FFF2-40B4-BE49-F238E27FC236}">
                <a16:creationId xmlns:a16="http://schemas.microsoft.com/office/drawing/2014/main" id="{FD44D00E-129E-4646-2CE9-B3C05179EA4C}"/>
              </a:ext>
            </a:extLst>
          </p:cNvPr>
          <p:cNvSpPr/>
          <p:nvPr/>
        </p:nvSpPr>
        <p:spPr>
          <a:xfrm>
            <a:off x="640078" y="1786686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D8866FCB-DE2F-45D9-2E51-42F925191CAB}"/>
              </a:ext>
            </a:extLst>
          </p:cNvPr>
          <p:cNvSpPr/>
          <p:nvPr/>
        </p:nvSpPr>
        <p:spPr>
          <a:xfrm>
            <a:off x="1615438" y="1814990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4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B0D9C68B-9510-E5DB-1248-DB7FF6EF2C25}"/>
              </a:ext>
            </a:extLst>
          </p:cNvPr>
          <p:cNvSpPr/>
          <p:nvPr/>
        </p:nvSpPr>
        <p:spPr>
          <a:xfrm>
            <a:off x="1615439" y="2373859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31" name="Иконка_1">
            <a:extLst>
              <a:ext uri="{FF2B5EF4-FFF2-40B4-BE49-F238E27FC236}">
                <a16:creationId xmlns:a16="http://schemas.microsoft.com/office/drawing/2014/main" id="{29FFC42B-C490-46FA-5371-AA847A999F99}"/>
              </a:ext>
            </a:extLst>
          </p:cNvPr>
          <p:cNvSpPr/>
          <p:nvPr/>
        </p:nvSpPr>
        <p:spPr>
          <a:xfrm>
            <a:off x="640079" y="2038146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32" name="Иконка_1_Акцент" descr="/home/claude/vistas/assets/grad_square.png">
            <a:extLst>
              <a:ext uri="{FF2B5EF4-FFF2-40B4-BE49-F238E27FC236}">
                <a16:creationId xmlns:a16="http://schemas.microsoft.com/office/drawing/2014/main" id="{E13D8B50-C9BC-85F9-3C18-5B0D59F6C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" y="2202738"/>
            <a:ext cx="310896" cy="310896"/>
          </a:xfrm>
          <a:prstGeom prst="rect">
            <a:avLst/>
          </a:prstGeom>
        </p:spPr>
      </p:pic>
      <p:sp>
        <p:nvSpPr>
          <p:cNvPr id="33" name="Линия_1">
            <a:extLst>
              <a:ext uri="{FF2B5EF4-FFF2-40B4-BE49-F238E27FC236}">
                <a16:creationId xmlns:a16="http://schemas.microsoft.com/office/drawing/2014/main" id="{8DF58FCA-F4D8-6CAD-EB3E-B82E03AFFC33}"/>
              </a:ext>
            </a:extLst>
          </p:cNvPr>
          <p:cNvSpPr/>
          <p:nvPr/>
        </p:nvSpPr>
        <p:spPr>
          <a:xfrm>
            <a:off x="640078" y="5069815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CEEF785E-4CBE-D7AA-2D6E-25969B813C6E}"/>
              </a:ext>
            </a:extLst>
          </p:cNvPr>
          <p:cNvSpPr/>
          <p:nvPr/>
        </p:nvSpPr>
        <p:spPr>
          <a:xfrm>
            <a:off x="1615438" y="5098119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4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D33BEC1D-B179-BC0C-EFDD-0B8AE97EC1E3}"/>
              </a:ext>
            </a:extLst>
          </p:cNvPr>
          <p:cNvSpPr/>
          <p:nvPr/>
        </p:nvSpPr>
        <p:spPr>
          <a:xfrm>
            <a:off x="1615439" y="5656988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  <p:sp>
        <p:nvSpPr>
          <p:cNvPr id="36" name="Иконка_1">
            <a:extLst>
              <a:ext uri="{FF2B5EF4-FFF2-40B4-BE49-F238E27FC236}">
                <a16:creationId xmlns:a16="http://schemas.microsoft.com/office/drawing/2014/main" id="{4BD96ADC-2C09-9F1A-CCDA-91DC02181321}"/>
              </a:ext>
            </a:extLst>
          </p:cNvPr>
          <p:cNvSpPr/>
          <p:nvPr/>
        </p:nvSpPr>
        <p:spPr>
          <a:xfrm>
            <a:off x="640079" y="5321275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37" name="Иконка_1_Акцент" descr="/home/claude/vistas/assets/grad_square.png">
            <a:extLst>
              <a:ext uri="{FF2B5EF4-FFF2-40B4-BE49-F238E27FC236}">
                <a16:creationId xmlns:a16="http://schemas.microsoft.com/office/drawing/2014/main" id="{30CCFEEE-1585-BBA5-12DA-0FD3EAF14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" y="5485867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"/>
          <p:cNvSpPr/>
          <p:nvPr/>
        </p:nvSpPr>
        <p:spPr>
          <a:xfrm>
            <a:off x="0" y="0"/>
            <a:ext cx="12188952" cy="37490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644652" y="3982212"/>
            <a:ext cx="10835640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/>
          </a:p>
        </p:txBody>
      </p:sp>
      <p:sp>
        <p:nvSpPr>
          <p:cNvPr id="6" name="SUBTITLE 1"/>
          <p:cNvSpPr/>
          <p:nvPr/>
        </p:nvSpPr>
        <p:spPr>
          <a:xfrm>
            <a:off x="644652" y="5116287"/>
            <a:ext cx="4325112" cy="4526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644652" y="5630746"/>
            <a:ext cx="4325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ru-RU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SUBTITLE 2"/>
          <p:cNvSpPr/>
          <p:nvPr/>
        </p:nvSpPr>
        <p:spPr>
          <a:xfrm>
            <a:off x="5347715" y="5116287"/>
            <a:ext cx="3034285" cy="4526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kern="0" spc="12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400" dirty="0"/>
          </a:p>
        </p:txBody>
      </p:sp>
      <p:sp>
        <p:nvSpPr>
          <p:cNvPr id="9" name="TEXT 2"/>
          <p:cNvSpPr/>
          <p:nvPr/>
        </p:nvSpPr>
        <p:spPr>
          <a:xfrm>
            <a:off x="5347716" y="5696930"/>
            <a:ext cx="3034284" cy="91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A3E12B0-3178-F5E5-5AB4-7F4D178C9CC2}"/>
              </a:ext>
            </a:extLst>
          </p:cNvPr>
          <p:cNvSpPr/>
          <p:nvPr/>
        </p:nvSpPr>
        <p:spPr>
          <a:xfrm>
            <a:off x="8768332" y="5050103"/>
            <a:ext cx="3034285" cy="4526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kern="0" spc="12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CC0BF282-48D4-7A91-52AE-B89E7B3193E8}"/>
              </a:ext>
            </a:extLst>
          </p:cNvPr>
          <p:cNvSpPr/>
          <p:nvPr/>
        </p:nvSpPr>
        <p:spPr>
          <a:xfrm>
            <a:off x="8768333" y="5630746"/>
            <a:ext cx="3034284" cy="91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нопка_Навигация_Фон" descr="/home/claude/vistas/assets/grad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7" name="Кнопка_Навигация_Стрелка"/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PIC 1"/>
          <p:cNvSpPr/>
          <p:nvPr/>
        </p:nvSpPr>
        <p:spPr>
          <a:xfrm>
            <a:off x="640080" y="1671609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SUBTITLE 1"/>
          <p:cNvSpPr/>
          <p:nvPr/>
        </p:nvSpPr>
        <p:spPr>
          <a:xfrm>
            <a:off x="640080" y="4414809"/>
            <a:ext cx="3520440" cy="51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500" dirty="0"/>
          </a:p>
        </p:txBody>
      </p:sp>
      <p:sp>
        <p:nvSpPr>
          <p:cNvPr id="13" name="TEXT 1"/>
          <p:cNvSpPr/>
          <p:nvPr/>
        </p:nvSpPr>
        <p:spPr>
          <a:xfrm>
            <a:off x="640080" y="4940375"/>
            <a:ext cx="3520440" cy="112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14" name="PIC 2"/>
          <p:cNvSpPr/>
          <p:nvPr/>
        </p:nvSpPr>
        <p:spPr>
          <a:xfrm>
            <a:off x="4434840" y="1671609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UBTITLE 2"/>
          <p:cNvSpPr/>
          <p:nvPr/>
        </p:nvSpPr>
        <p:spPr>
          <a:xfrm>
            <a:off x="4434840" y="4414809"/>
            <a:ext cx="3520440" cy="51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4434840" y="4940375"/>
            <a:ext cx="3520440" cy="112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sp>
        <p:nvSpPr>
          <p:cNvPr id="18" name="PIC 3"/>
          <p:cNvSpPr/>
          <p:nvPr/>
        </p:nvSpPr>
        <p:spPr>
          <a:xfrm>
            <a:off x="8229600" y="1671609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SUBTITLE 3"/>
          <p:cNvSpPr/>
          <p:nvPr/>
        </p:nvSpPr>
        <p:spPr>
          <a:xfrm>
            <a:off x="8229600" y="4414809"/>
            <a:ext cx="3520440" cy="51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8229600" y="4940375"/>
            <a:ext cx="3520440" cy="112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F19FE530-7C94-7F29-3347-CDC2479F975A}"/>
              </a:ext>
            </a:extLst>
          </p:cNvPr>
          <p:cNvSpPr/>
          <p:nvPr/>
        </p:nvSpPr>
        <p:spPr>
          <a:xfrm>
            <a:off x="640080" y="365760"/>
            <a:ext cx="10908792" cy="10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200" dirty="0">
              <a:solidFill>
                <a:srgbClr val="FF6A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5A783-007D-B73F-F818-F280282F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">
            <a:extLst>
              <a:ext uri="{FF2B5EF4-FFF2-40B4-BE49-F238E27FC236}">
                <a16:creationId xmlns:a16="http://schemas.microsoft.com/office/drawing/2014/main" id="{E81BE056-0F1C-BCB2-301B-8D00A8000742}"/>
              </a:ext>
            </a:extLst>
          </p:cNvPr>
          <p:cNvSpPr/>
          <p:nvPr/>
        </p:nvSpPr>
        <p:spPr>
          <a:xfrm>
            <a:off x="0" y="0"/>
            <a:ext cx="5879592" cy="685800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PIC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Линия_1">
            <a:extLst>
              <a:ext uri="{FF2B5EF4-FFF2-40B4-BE49-F238E27FC236}">
                <a16:creationId xmlns:a16="http://schemas.microsoft.com/office/drawing/2014/main" id="{6B1E20D9-E4B4-78D3-73C9-2A966BFA8990}"/>
              </a:ext>
            </a:extLst>
          </p:cNvPr>
          <p:cNvSpPr/>
          <p:nvPr/>
        </p:nvSpPr>
        <p:spPr>
          <a:xfrm>
            <a:off x="6277419" y="3424767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5746FD3-749B-8D7D-0B2D-7A60B6780B05}"/>
              </a:ext>
            </a:extLst>
          </p:cNvPr>
          <p:cNvSpPr/>
          <p:nvPr/>
        </p:nvSpPr>
        <p:spPr>
          <a:xfrm>
            <a:off x="7252779" y="3453071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SUBTITLE2</a:t>
            </a:r>
            <a:endParaRPr lang="en-US" sz="1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6DDCF274-9DDE-E7B2-283E-A6724FE9323F}"/>
              </a:ext>
            </a:extLst>
          </p:cNvPr>
          <p:cNvSpPr/>
          <p:nvPr/>
        </p:nvSpPr>
        <p:spPr>
          <a:xfrm>
            <a:off x="7252780" y="4011940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</a:t>
            </a:r>
            <a:endParaRPr lang="en-US" sz="1300" dirty="0"/>
          </a:p>
        </p:txBody>
      </p:sp>
      <p:pic>
        <p:nvPicPr>
          <p:cNvPr id="20" name="Кнопка_Навигация_Фон" descr="/home/claude/vistas/assets/grad_circle.png">
            <a:extLst>
              <a:ext uri="{FF2B5EF4-FFF2-40B4-BE49-F238E27FC236}">
                <a16:creationId xmlns:a16="http://schemas.microsoft.com/office/drawing/2014/main" id="{D0196BF6-BF2D-490F-9DE3-F74461CA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5897880"/>
            <a:ext cx="502920" cy="502920"/>
          </a:xfrm>
          <a:prstGeom prst="rect">
            <a:avLst/>
          </a:prstGeom>
        </p:spPr>
      </p:pic>
      <p:sp>
        <p:nvSpPr>
          <p:cNvPr id="21" name="Кнопка_Навигация_Стрелка">
            <a:extLst>
              <a:ext uri="{FF2B5EF4-FFF2-40B4-BE49-F238E27FC236}">
                <a16:creationId xmlns:a16="http://schemas.microsoft.com/office/drawing/2014/main" id="{CCFC199F-B1A1-C16D-CAF0-EC1BB35AC71E}"/>
              </a:ext>
            </a:extLst>
          </p:cNvPr>
          <p:cNvSpPr/>
          <p:nvPr/>
        </p:nvSpPr>
        <p:spPr>
          <a:xfrm>
            <a:off x="11228832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A18EF933-2BB9-1DBC-FEE4-9F1E647924E8}"/>
              </a:ext>
            </a:extLst>
          </p:cNvPr>
          <p:cNvSpPr/>
          <p:nvPr/>
        </p:nvSpPr>
        <p:spPr>
          <a:xfrm>
            <a:off x="6277420" y="365759"/>
            <a:ext cx="5454332" cy="118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23" name="Иконка_1">
            <a:extLst>
              <a:ext uri="{FF2B5EF4-FFF2-40B4-BE49-F238E27FC236}">
                <a16:creationId xmlns:a16="http://schemas.microsoft.com/office/drawing/2014/main" id="{6AAA34E7-611A-8937-FD6B-30702EF2B25F}"/>
              </a:ext>
            </a:extLst>
          </p:cNvPr>
          <p:cNvSpPr/>
          <p:nvPr/>
        </p:nvSpPr>
        <p:spPr>
          <a:xfrm>
            <a:off x="6277420" y="3676227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Линия_1">
            <a:extLst>
              <a:ext uri="{FF2B5EF4-FFF2-40B4-BE49-F238E27FC236}">
                <a16:creationId xmlns:a16="http://schemas.microsoft.com/office/drawing/2014/main" id="{ED18CE13-6571-D445-2333-C41CC34C6419}"/>
              </a:ext>
            </a:extLst>
          </p:cNvPr>
          <p:cNvSpPr/>
          <p:nvPr/>
        </p:nvSpPr>
        <p:spPr>
          <a:xfrm>
            <a:off x="6277418" y="1786686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7CEE432-AF98-C181-7F44-D139AD5F25A4}"/>
              </a:ext>
            </a:extLst>
          </p:cNvPr>
          <p:cNvSpPr/>
          <p:nvPr/>
        </p:nvSpPr>
        <p:spPr>
          <a:xfrm>
            <a:off x="7252778" y="1814990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SUBTITLE1</a:t>
            </a:r>
            <a:endParaRPr lang="en-US" sz="14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A7F443C2-ED9E-DEF5-0CD4-F1D2E7312927}"/>
              </a:ext>
            </a:extLst>
          </p:cNvPr>
          <p:cNvSpPr/>
          <p:nvPr/>
        </p:nvSpPr>
        <p:spPr>
          <a:xfrm>
            <a:off x="7252779" y="2373859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TEXT1</a:t>
            </a:r>
            <a:endParaRPr lang="en-US" sz="1300" dirty="0"/>
          </a:p>
        </p:txBody>
      </p:sp>
      <p:sp>
        <p:nvSpPr>
          <p:cNvPr id="31" name="Иконка_1">
            <a:extLst>
              <a:ext uri="{FF2B5EF4-FFF2-40B4-BE49-F238E27FC236}">
                <a16:creationId xmlns:a16="http://schemas.microsoft.com/office/drawing/2014/main" id="{18E0ABFB-209C-A3C8-8275-6A85F6F5507C}"/>
              </a:ext>
            </a:extLst>
          </p:cNvPr>
          <p:cNvSpPr/>
          <p:nvPr/>
        </p:nvSpPr>
        <p:spPr>
          <a:xfrm>
            <a:off x="6277419" y="2038146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Линия_1">
            <a:extLst>
              <a:ext uri="{FF2B5EF4-FFF2-40B4-BE49-F238E27FC236}">
                <a16:creationId xmlns:a16="http://schemas.microsoft.com/office/drawing/2014/main" id="{601B5D56-5444-34A5-263C-0BBD05E1D9F8}"/>
              </a:ext>
            </a:extLst>
          </p:cNvPr>
          <p:cNvSpPr/>
          <p:nvPr/>
        </p:nvSpPr>
        <p:spPr>
          <a:xfrm>
            <a:off x="6277418" y="5069815"/>
            <a:ext cx="5347063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C01B0B44-5259-A0FA-CF0D-2F25A8AEB7F3}"/>
              </a:ext>
            </a:extLst>
          </p:cNvPr>
          <p:cNvSpPr/>
          <p:nvPr/>
        </p:nvSpPr>
        <p:spPr>
          <a:xfrm>
            <a:off x="7252778" y="5098119"/>
            <a:ext cx="42640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SUBTITLE3</a:t>
            </a:r>
            <a:endParaRPr lang="en-US" sz="14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F2093F54-BE8C-201E-FD6E-AA9C6E6156F9}"/>
              </a:ext>
            </a:extLst>
          </p:cNvPr>
          <p:cNvSpPr/>
          <p:nvPr/>
        </p:nvSpPr>
        <p:spPr>
          <a:xfrm>
            <a:off x="7252779" y="5656988"/>
            <a:ext cx="4264024" cy="8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TEXT3</a:t>
            </a:r>
            <a:endParaRPr lang="en-US" sz="1300" dirty="0"/>
          </a:p>
        </p:txBody>
      </p:sp>
      <p:sp>
        <p:nvSpPr>
          <p:cNvPr id="36" name="Иконка_1">
            <a:extLst>
              <a:ext uri="{FF2B5EF4-FFF2-40B4-BE49-F238E27FC236}">
                <a16:creationId xmlns:a16="http://schemas.microsoft.com/office/drawing/2014/main" id="{CD05C0B0-ACA8-20A4-CA0B-F5D35B03D99E}"/>
              </a:ext>
            </a:extLst>
          </p:cNvPr>
          <p:cNvSpPr/>
          <p:nvPr/>
        </p:nvSpPr>
        <p:spPr>
          <a:xfrm>
            <a:off x="6277419" y="5321275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9F50E-23B3-8621-349C-2924FBE2361C}"/>
              </a:ext>
            </a:extLst>
          </p:cNvPr>
          <p:cNvSpPr/>
          <p:nvPr/>
        </p:nvSpPr>
        <p:spPr>
          <a:xfrm>
            <a:off x="6323496" y="2127953"/>
            <a:ext cx="5479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>
              <a:solidFill>
                <a:srgbClr val="FF6A3D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E8B63A-55C2-1C19-91EB-A364DE125A1E}"/>
              </a:ext>
            </a:extLst>
          </p:cNvPr>
          <p:cNvSpPr/>
          <p:nvPr/>
        </p:nvSpPr>
        <p:spPr>
          <a:xfrm>
            <a:off x="6323496" y="3749939"/>
            <a:ext cx="5479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>
              <a:solidFill>
                <a:srgbClr val="FF6A3D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303BD34-FBC4-533A-A003-94CC5A865267}"/>
              </a:ext>
            </a:extLst>
          </p:cNvPr>
          <p:cNvSpPr/>
          <p:nvPr/>
        </p:nvSpPr>
        <p:spPr>
          <a:xfrm>
            <a:off x="6326031" y="5394986"/>
            <a:ext cx="547925" cy="49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>
              <a:solidFill>
                <a:srgbClr val="FF6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47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диент_Фон" descr="/home/claude/vistas/assets/grad_full_di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822960" y="2011680"/>
            <a:ext cx="106179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5400" dirty="0"/>
          </a:p>
        </p:txBody>
      </p:sp>
      <p:sp>
        <p:nvSpPr>
          <p:cNvPr id="15" name="Прямоугольник 5">
            <a:extLst>
              <a:ext uri="{FF2B5EF4-FFF2-40B4-BE49-F238E27FC236}">
                <a16:creationId xmlns:a16="http://schemas.microsoft.com/office/drawing/2014/main" id="{BAEAFE44-8D78-AFED-5634-02BD0481FE3C}"/>
              </a:ext>
            </a:extLst>
          </p:cNvPr>
          <p:cNvSpPr>
            <a:spLocks noChangeAspect="1"/>
          </p:cNvSpPr>
          <p:nvPr/>
        </p:nvSpPr>
        <p:spPr>
          <a:xfrm>
            <a:off x="2344981" y="617396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 AI</a:t>
            </a:r>
            <a:endParaRPr lang="en-US" altLang="ru-RU" sz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Изображение 40">
            <a:extLst>
              <a:ext uri="{FF2B5EF4-FFF2-40B4-BE49-F238E27FC236}">
                <a16:creationId xmlns:a16="http://schemas.microsoft.com/office/drawing/2014/main" id="{169F1A3D-3924-8419-488C-35036E8CBB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27" r="9127"/>
          <a:stretch>
            <a:fillRect/>
          </a:stretch>
        </p:blipFill>
        <p:spPr>
          <a:xfrm>
            <a:off x="1302096" y="4703901"/>
            <a:ext cx="346865" cy="346865"/>
          </a:xfrm>
          <a:prstGeom prst="ellipse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FDC0366-FE53-2E1A-55AF-AAF4E8EC2C7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606077" y="4991158"/>
            <a:ext cx="1738904" cy="15290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152</Words>
  <Application>Microsoft Macintosh PowerPoint</Application>
  <PresentationFormat>Произвольный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Алика Шпагина</cp:lastModifiedBy>
  <cp:revision>5</cp:revision>
  <dcterms:created xsi:type="dcterms:W3CDTF">2026-08-10T08:45:52Z</dcterms:created>
  <dcterms:modified xsi:type="dcterms:W3CDTF">2026-08-10T11:56:51Z</dcterms:modified>
</cp:coreProperties>
</file>