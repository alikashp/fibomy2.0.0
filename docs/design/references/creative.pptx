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63" r:id="rId2"/>
    <p:sldId id="282" r:id="rId3"/>
    <p:sldId id="273" r:id="rId4"/>
    <p:sldId id="283" r:id="rId5"/>
    <p:sldId id="276" r:id="rId6"/>
    <p:sldId id="277" r:id="rId7"/>
    <p:sldId id="274" r:id="rId8"/>
    <p:sldId id="278" r:id="rId9"/>
    <p:sldId id="269" r:id="rId10"/>
    <p:sldId id="279" r:id="rId11"/>
    <p:sldId id="272" r:id="rId12"/>
    <p:sldId id="284" r:id="rId13"/>
    <p:sldId id="275" r:id="rId14"/>
    <p:sldId id="280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443E"/>
    <a:srgbClr val="142111"/>
    <a:srgbClr val="FFFEF3"/>
    <a:srgbClr val="000000"/>
    <a:srgbClr val="BBDC52"/>
    <a:srgbClr val="FCFEF8"/>
    <a:srgbClr val="FBFDF5"/>
    <a:srgbClr val="F7FBEB"/>
    <a:srgbClr val="D9D9D9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40"/>
  </p:normalViewPr>
  <p:slideViewPr>
    <p:cSldViewPr snapToGrid="0">
      <p:cViewPr varScale="1">
        <p:scale>
          <a:sx n="149" d="100"/>
          <a:sy n="149" d="100"/>
        </p:scale>
        <p:origin x="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51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236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559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627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476B3B-ED2D-438A-B7D3-1518F71C5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EF8C44-AE39-4B74-A96F-ACEE8D895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126682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506370" y="148478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624164" y="161689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624164" y="240037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2066176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2198289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2981766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11556" y="2659214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29350" y="2791327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29350" y="3574804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E0365B-F4FB-485A-81B0-0C3081D5841D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8395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1739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08629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4479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6513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6513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0067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0067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6512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6511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384926" y="1028718"/>
            <a:ext cx="3002992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4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970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D03237A-E3AF-45AB-A4B7-EB5CA16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7515" y="2245457"/>
            <a:ext cx="4613696" cy="3605273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157659" y="631046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157659" y="2127661"/>
            <a:ext cx="900112" cy="888177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157659" y="3612342"/>
            <a:ext cx="900112" cy="900112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E443E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146488" y="489699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146488" y="1025385"/>
            <a:ext cx="3579637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142877" y="1985286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142877" y="2517957"/>
            <a:ext cx="3579637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142877" y="3470760"/>
            <a:ext cx="3579637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142877" y="4003431"/>
            <a:ext cx="3579637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20912-74E2-4447-85E5-459CB45DE80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5</a:t>
            </a:r>
            <a:endParaRPr lang="ru-RU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A3BF97-9290-4856-8EE2-D135CFD1D84A}"/>
              </a:ext>
            </a:extLst>
          </p:cNvPr>
          <p:cNvSpPr txBox="1"/>
          <p:nvPr/>
        </p:nvSpPr>
        <p:spPr>
          <a:xfrm>
            <a:off x="384926" y="233219"/>
            <a:ext cx="3351255" cy="189444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71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>
            <a:extLst>
              <a:ext uri="{FF2B5EF4-FFF2-40B4-BE49-F238E27FC236}">
                <a16:creationId xmlns:a16="http://schemas.microsoft.com/office/drawing/2014/main" id="{BEBA92BC-D8CF-4449-9786-954BF0E33DF4}"/>
              </a:ext>
            </a:extLst>
          </p:cNvPr>
          <p:cNvSpPr/>
          <p:nvPr/>
        </p:nvSpPr>
        <p:spPr>
          <a:xfrm>
            <a:off x="4238518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FF550B3-1A4A-4BC6-B025-612645E0179B}"/>
              </a:ext>
            </a:extLst>
          </p:cNvPr>
          <p:cNvSpPr/>
          <p:nvPr/>
        </p:nvSpPr>
        <p:spPr>
          <a:xfrm>
            <a:off x="4238518" y="2244007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E300B356-E127-44D1-82D4-83CD5FCAECFE}"/>
              </a:ext>
            </a:extLst>
          </p:cNvPr>
          <p:cNvSpPr/>
          <p:nvPr/>
        </p:nvSpPr>
        <p:spPr>
          <a:xfrm>
            <a:off x="4238518" y="3667322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020174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020174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5016563" y="2155159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5016563" y="2687830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5016563" y="358470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5016563" y="4117378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88DA040E-41B1-4DAC-963D-09529BDC1035}"/>
              </a:ext>
            </a:extLst>
          </p:cNvPr>
          <p:cNvSpPr/>
          <p:nvPr/>
        </p:nvSpPr>
        <p:spPr>
          <a:xfrm>
            <a:off x="384926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3DBA42-4F49-4A58-ACAD-E6610E73C9AD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7997C5-1DC1-4AE1-B9E7-6D1D05C65CC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6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08811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3075313"/>
            <a:ext cx="9144000" cy="2495471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F7282D5-3EB5-4A2C-8F86-4DA6DE6A5329}"/>
              </a:ext>
            </a:extLst>
          </p:cNvPr>
          <p:cNvSpPr/>
          <p:nvPr/>
        </p:nvSpPr>
        <p:spPr>
          <a:xfrm>
            <a:off x="474982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6" y="233219"/>
            <a:ext cx="8416173" cy="43115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92776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92776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D6FC4DCC-B4B9-421B-8587-BB46DFEAEB14}"/>
              </a:ext>
            </a:extLst>
          </p:cNvPr>
          <p:cNvSpPr/>
          <p:nvPr/>
        </p:nvSpPr>
        <p:spPr>
          <a:xfrm>
            <a:off x="3308963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6D7757AC-D62C-4782-A92F-4A62472ACF0A}"/>
              </a:ext>
            </a:extLst>
          </p:cNvPr>
          <p:cNvSpPr/>
          <p:nvPr/>
        </p:nvSpPr>
        <p:spPr>
          <a:xfrm>
            <a:off x="3426757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04842F-30D3-4018-B3A5-4EFD750F230E}"/>
              </a:ext>
            </a:extLst>
          </p:cNvPr>
          <p:cNvSpPr/>
          <p:nvPr/>
        </p:nvSpPr>
        <p:spPr>
          <a:xfrm>
            <a:off x="3426757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80B4F5A5-9094-4C85-B6A3-03A0F88D8B91}"/>
              </a:ext>
            </a:extLst>
          </p:cNvPr>
          <p:cNvSpPr/>
          <p:nvPr/>
        </p:nvSpPr>
        <p:spPr>
          <a:xfrm>
            <a:off x="6142944" y="841812"/>
            <a:ext cx="2557462" cy="2056058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142111"/>
              </a:solidFill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54FE16A6-5F50-4E33-ADF9-FF5CF948397B}"/>
              </a:ext>
            </a:extLst>
          </p:cNvPr>
          <p:cNvSpPr/>
          <p:nvPr/>
        </p:nvSpPr>
        <p:spPr>
          <a:xfrm>
            <a:off x="6260738" y="973925"/>
            <a:ext cx="2290486" cy="7297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309F4901-CBBA-468D-A4D2-9A23CA718DCD}"/>
              </a:ext>
            </a:extLst>
          </p:cNvPr>
          <p:cNvSpPr/>
          <p:nvPr/>
        </p:nvSpPr>
        <p:spPr>
          <a:xfrm>
            <a:off x="6260738" y="1757402"/>
            <a:ext cx="2290486" cy="1162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en-US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429647-CA59-4CFF-BA1E-216C1B6C284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7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1041198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ACD1364-3CF5-4CAE-8EA9-7688D559F3B8}"/>
              </a:ext>
            </a:extLst>
          </p:cNvPr>
          <p:cNvSpPr/>
          <p:nvPr/>
        </p:nvSpPr>
        <p:spPr>
          <a:xfrm>
            <a:off x="5013960" y="250030"/>
            <a:ext cx="3820890" cy="4625578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D06CE78-0765-472C-BF9E-217E96399A7F}"/>
              </a:ext>
            </a:extLst>
          </p:cNvPr>
          <p:cNvSpPr/>
          <p:nvPr/>
        </p:nvSpPr>
        <p:spPr>
          <a:xfrm>
            <a:off x="329528" y="250030"/>
            <a:ext cx="4425351" cy="4625578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685AA42C-46D0-41A5-A969-17FC8B601F8A}"/>
              </a:ext>
            </a:extLst>
          </p:cNvPr>
          <p:cNvSpPr/>
          <p:nvPr/>
        </p:nvSpPr>
        <p:spPr>
          <a:xfrm>
            <a:off x="581636" y="828775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8B03A82-B57E-44BD-99D0-61B72DE25D1E}"/>
              </a:ext>
            </a:extLst>
          </p:cNvPr>
          <p:cNvSpPr/>
          <p:nvPr/>
        </p:nvSpPr>
        <p:spPr>
          <a:xfrm>
            <a:off x="581636" y="1364461"/>
            <a:ext cx="3902535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18B96010-7930-4CDB-B5AD-0B64B10EAA3C}"/>
              </a:ext>
            </a:extLst>
          </p:cNvPr>
          <p:cNvSpPr/>
          <p:nvPr/>
        </p:nvSpPr>
        <p:spPr>
          <a:xfrm>
            <a:off x="578025" y="2154547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85EFCBF-CA41-4F31-B492-CFF52F79253A}"/>
              </a:ext>
            </a:extLst>
          </p:cNvPr>
          <p:cNvSpPr/>
          <p:nvPr/>
        </p:nvSpPr>
        <p:spPr>
          <a:xfrm>
            <a:off x="578025" y="2687218"/>
            <a:ext cx="3902535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5EF471A4-E8FE-49B0-9692-F9EB3934F403}"/>
              </a:ext>
            </a:extLst>
          </p:cNvPr>
          <p:cNvSpPr/>
          <p:nvPr/>
        </p:nvSpPr>
        <p:spPr>
          <a:xfrm>
            <a:off x="578025" y="3482422"/>
            <a:ext cx="3902535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05DB19AD-D5E3-4922-8D77-B3C9BB6F1A7D}"/>
              </a:ext>
            </a:extLst>
          </p:cNvPr>
          <p:cNvSpPr/>
          <p:nvPr/>
        </p:nvSpPr>
        <p:spPr>
          <a:xfrm>
            <a:off x="578025" y="4015093"/>
            <a:ext cx="3902535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F62C6-E8B0-4FB7-85AB-B4FE3DDE5EE8}"/>
              </a:ext>
            </a:extLst>
          </p:cNvPr>
          <p:cNvSpPr txBox="1"/>
          <p:nvPr/>
        </p:nvSpPr>
        <p:spPr>
          <a:xfrm>
            <a:off x="553627" y="338149"/>
            <a:ext cx="4018373" cy="7900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A3001-2BD3-4CD7-9DE6-B116F4E66D51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8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3786529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8349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rgbClr val="14211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6AD567DC-17A7-47D2-B25C-E46A5CDEE66F}"/>
              </a:ext>
            </a:extLst>
          </p:cNvPr>
          <p:cNvSpPr/>
          <p:nvPr/>
        </p:nvSpPr>
        <p:spPr>
          <a:xfrm>
            <a:off x="0" y="-478632"/>
            <a:ext cx="9144000" cy="2328619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277CAE-C93A-4AC3-918E-EB7012CB5026}"/>
              </a:ext>
            </a:extLst>
          </p:cNvPr>
          <p:cNvSpPr txBox="1"/>
          <p:nvPr/>
        </p:nvSpPr>
        <p:spPr>
          <a:xfrm>
            <a:off x="384926" y="1984233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C5BD3-83F5-4D65-9189-1B79B6D2D564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9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со скругленными углами 3">
            <a:extLst>
              <a:ext uri="{FF2B5EF4-FFF2-40B4-BE49-F238E27FC236}">
                <a16:creationId xmlns:a16="http://schemas.microsoft.com/office/drawing/2014/main" id="{A6F17409-1302-462E-8AA7-C8C50E7485BF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0644EB0-039F-48A6-A8C6-3F7B2C859297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135BA38-F54B-45DA-864D-CE5576996E7B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372E5AB7-855E-4C0D-8092-4A84F211705F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060CEAC-931B-4FC8-B5BF-0C01EC78C222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94C200-60F6-4BAA-9726-36A61C91FDE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10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11066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A99D5-9713-4EBB-AF07-0DC7DE3F625B}"/>
              </a:ext>
            </a:extLst>
          </p:cNvPr>
          <p:cNvSpPr txBox="1"/>
          <p:nvPr/>
        </p:nvSpPr>
        <p:spPr>
          <a:xfrm>
            <a:off x="384926" y="233219"/>
            <a:ext cx="8416173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5" y="1028718"/>
            <a:ext cx="3128606" cy="3564732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E115-BF95-70BF-4C6E-6924C838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57634D3-B352-FE5D-F236-D4BC0DF09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A3EF87B7-746B-2E1E-5A45-D5182F2782E4}"/>
              </a:ext>
            </a:extLst>
          </p:cNvPr>
          <p:cNvSpPr/>
          <p:nvPr/>
        </p:nvSpPr>
        <p:spPr>
          <a:xfrm>
            <a:off x="185895" y="831173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01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FFD3ABC2-FC9A-E592-1DA3-28B628B8EB65}"/>
              </a:ext>
            </a:extLst>
          </p:cNvPr>
          <p:cNvSpPr/>
          <p:nvPr/>
        </p:nvSpPr>
        <p:spPr>
          <a:xfrm>
            <a:off x="185895" y="2381315"/>
            <a:ext cx="900112" cy="888177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02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C6A959F-7887-876E-FC3D-84FEAE2C24EC}"/>
              </a:ext>
            </a:extLst>
          </p:cNvPr>
          <p:cNvSpPr/>
          <p:nvPr/>
        </p:nvSpPr>
        <p:spPr>
          <a:xfrm>
            <a:off x="185895" y="3860556"/>
            <a:ext cx="900112" cy="90011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142111"/>
                </a:solidFill>
              </a:rPr>
              <a:t>03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1A862D8-1933-8F2D-3ED1-50085525E92D}"/>
              </a:ext>
            </a:extLst>
          </p:cNvPr>
          <p:cNvSpPr/>
          <p:nvPr/>
        </p:nvSpPr>
        <p:spPr>
          <a:xfrm>
            <a:off x="967551" y="796880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FB694CD6-3492-BE7D-2D35-4D45B659D852}"/>
              </a:ext>
            </a:extLst>
          </p:cNvPr>
          <p:cNvSpPr/>
          <p:nvPr/>
        </p:nvSpPr>
        <p:spPr>
          <a:xfrm>
            <a:off x="967551" y="1332566"/>
            <a:ext cx="3765223" cy="7900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6480382B-515F-B2C2-E707-E8C6A9A54141}"/>
              </a:ext>
            </a:extLst>
          </p:cNvPr>
          <p:cNvSpPr/>
          <p:nvPr/>
        </p:nvSpPr>
        <p:spPr>
          <a:xfrm>
            <a:off x="963940" y="2292467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B78357D-725F-A323-70B0-FAC5670EB6BE}"/>
              </a:ext>
            </a:extLst>
          </p:cNvPr>
          <p:cNvSpPr/>
          <p:nvPr/>
        </p:nvSpPr>
        <p:spPr>
          <a:xfrm>
            <a:off x="963940" y="2825138"/>
            <a:ext cx="3765223" cy="843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9195E03F-255D-4D5C-ABBF-7E9D341DE365}"/>
              </a:ext>
            </a:extLst>
          </p:cNvPr>
          <p:cNvSpPr/>
          <p:nvPr/>
        </p:nvSpPr>
        <p:spPr>
          <a:xfrm>
            <a:off x="963940" y="3777941"/>
            <a:ext cx="3765223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2BADB61E-856C-4F3A-DD99-C30DA5B03C2E}"/>
              </a:ext>
            </a:extLst>
          </p:cNvPr>
          <p:cNvSpPr/>
          <p:nvPr/>
        </p:nvSpPr>
        <p:spPr>
          <a:xfrm>
            <a:off x="963940" y="4310612"/>
            <a:ext cx="3765223" cy="795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AAD663EB-3742-A1DE-FDD3-5327E4BCE6CD}"/>
              </a:ext>
            </a:extLst>
          </p:cNvPr>
          <p:cNvSpPr/>
          <p:nvPr/>
        </p:nvSpPr>
        <p:spPr>
          <a:xfrm>
            <a:off x="5084470" y="987726"/>
            <a:ext cx="3688055" cy="3497418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D30E13-5D21-9433-5DFB-FEA119E78EE6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3FE9DA-0979-DD17-AEF7-898E03BD7D30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sz="900" dirty="0"/>
          </a:p>
        </p:txBody>
      </p:sp>
    </p:spTree>
    <p:extLst>
      <p:ext uri="{BB962C8B-B14F-4D97-AF65-F5344CB8AC3E}">
        <p14:creationId xmlns:p14="http://schemas.microsoft.com/office/powerpoint/2010/main" val="2631896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3181512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69752" y="801371"/>
            <a:ext cx="2443999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69752" y="1585978"/>
            <a:ext cx="2443999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154579" y="801371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14211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154579" y="1585978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E443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59E6D5A-83D8-4770-A828-914C84EC8FE1}"/>
              </a:ext>
            </a:extLst>
          </p:cNvPr>
          <p:cNvGrpSpPr/>
          <p:nvPr/>
        </p:nvGrpSpPr>
        <p:grpSpPr>
          <a:xfrm>
            <a:off x="2844165" y="1015684"/>
            <a:ext cx="300038" cy="1141225"/>
            <a:chOff x="2828925" y="1015684"/>
            <a:chExt cx="300038" cy="1141225"/>
          </a:xfrm>
        </p:grpSpPr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C61875B3-8560-4C46-A381-964E71454D74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>
              <a:extLst>
                <a:ext uri="{FF2B5EF4-FFF2-40B4-BE49-F238E27FC236}">
                  <a16:creationId xmlns:a16="http://schemas.microsoft.com/office/drawing/2014/main" id="{456CD48F-63D2-49AC-8E38-BD01EFB80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6AE06003-3396-4152-9E1C-DB3BC16522B3}"/>
              </a:ext>
            </a:extLst>
          </p:cNvPr>
          <p:cNvGrpSpPr/>
          <p:nvPr/>
        </p:nvGrpSpPr>
        <p:grpSpPr>
          <a:xfrm>
            <a:off x="5744855" y="1015684"/>
            <a:ext cx="300038" cy="1141225"/>
            <a:chOff x="2828925" y="1015684"/>
            <a:chExt cx="300038" cy="1141225"/>
          </a:xfrm>
        </p:grpSpPr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983669D9-3A38-48D0-9A5C-08334BB22C99}"/>
                </a:ext>
              </a:extLst>
            </p:cNvPr>
            <p:cNvCxnSpPr/>
            <p:nvPr/>
          </p:nvCxnSpPr>
          <p:spPr>
            <a:xfrm>
              <a:off x="2828925" y="101568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71C91F16-85B8-4A27-914E-BB789B45A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8925" y="1585344"/>
              <a:ext cx="300038" cy="571565"/>
            </a:xfrm>
            <a:prstGeom prst="line">
              <a:avLst/>
            </a:prstGeom>
            <a:ln w="127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4937C0-9636-E946-49FF-20EF73C5193C}"/>
              </a:ext>
            </a:extLst>
          </p:cNvPr>
          <p:cNvSpPr txBox="1"/>
          <p:nvPr/>
        </p:nvSpPr>
        <p:spPr>
          <a:xfrm>
            <a:off x="384926" y="233219"/>
            <a:ext cx="8416173" cy="47044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b="1" strike="noStrike" spc="-1" dirty="0">
                <a:solidFill>
                  <a:srgbClr val="142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400" b="1" strike="noStrike" spc="-1" dirty="0">
              <a:solidFill>
                <a:srgbClr val="142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400" b="1" strike="noStrike" spc="-1" dirty="0">
              <a:solidFill>
                <a:srgbClr val="14211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43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со скругленными углами 3">
            <a:extLst>
              <a:ext uri="{FF2B5EF4-FFF2-40B4-BE49-F238E27FC236}">
                <a16:creationId xmlns:a16="http://schemas.microsoft.com/office/drawing/2014/main" id="{9F70E9B7-D989-4C9C-8286-3096568E4B11}"/>
              </a:ext>
            </a:extLst>
          </p:cNvPr>
          <p:cNvSpPr/>
          <p:nvPr/>
        </p:nvSpPr>
        <p:spPr>
          <a:xfrm>
            <a:off x="186690" y="178158"/>
            <a:ext cx="8770620" cy="475861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Прямоугольник 10">
            <a:extLst>
              <a:ext uri="{FF2B5EF4-FFF2-40B4-BE49-F238E27FC236}">
                <a16:creationId xmlns:a16="http://schemas.microsoft.com/office/drawing/2014/main" id="{259E3DE5-5614-4998-A3C4-E222A7EB69E2}"/>
              </a:ext>
            </a:extLst>
          </p:cNvPr>
          <p:cNvSpPr/>
          <p:nvPr/>
        </p:nvSpPr>
        <p:spPr>
          <a:xfrm>
            <a:off x="460151" y="621909"/>
            <a:ext cx="692648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b="1" spc="-1" dirty="0">
                <a:solidFill>
                  <a:srgbClr val="FFC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b="1" strike="noStrike" spc="-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A9CF7F-F6E2-436D-B271-584625D3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760" y="2557463"/>
            <a:ext cx="4010563" cy="313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723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2317</TotalTime>
  <Words>168</Words>
  <Application>Microsoft Macintosh PowerPoint</Application>
  <PresentationFormat>Экран (16:9)</PresentationFormat>
  <Paragraphs>126</Paragraphs>
  <Slides>14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57</cp:revision>
  <dcterms:created xsi:type="dcterms:W3CDTF">2024-04-17T19:56:02Z</dcterms:created>
  <dcterms:modified xsi:type="dcterms:W3CDTF">2026-07-16T09:02:34Z</dcterms:modified>
</cp:coreProperties>
</file>